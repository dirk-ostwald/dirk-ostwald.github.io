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5400675" cy="4319588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07" autoAdjust="0"/>
    <p:restoredTop sz="94660"/>
  </p:normalViewPr>
  <p:slideViewPr>
    <p:cSldViewPr snapToGrid="0">
      <p:cViewPr varScale="1">
        <p:scale>
          <a:sx n="248" d="100"/>
          <a:sy n="248" d="100"/>
        </p:scale>
        <p:origin x="258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706933"/>
            <a:ext cx="4590574" cy="1503857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2268784"/>
            <a:ext cx="4050506" cy="1042900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2" indent="0" algn="ctr">
              <a:buNone/>
              <a:defRPr sz="1181"/>
            </a:lvl2pPr>
            <a:lvl3pPr marL="540045" indent="0" algn="ctr">
              <a:buNone/>
              <a:defRPr sz="1063"/>
            </a:lvl3pPr>
            <a:lvl4pPr marL="810067" indent="0" algn="ctr">
              <a:buNone/>
              <a:defRPr sz="945"/>
            </a:lvl4pPr>
            <a:lvl5pPr marL="1080089" indent="0" algn="ctr">
              <a:buNone/>
              <a:defRPr sz="945"/>
            </a:lvl5pPr>
            <a:lvl6pPr marL="1350112" indent="0" algn="ctr">
              <a:buNone/>
              <a:defRPr sz="945"/>
            </a:lvl6pPr>
            <a:lvl7pPr marL="1620134" indent="0" algn="ctr">
              <a:buNone/>
              <a:defRPr sz="945"/>
            </a:lvl7pPr>
            <a:lvl8pPr marL="1890156" indent="0" algn="ctr">
              <a:buNone/>
              <a:defRPr sz="945"/>
            </a:lvl8pPr>
            <a:lvl9pPr marL="2160179" indent="0" algn="ctr">
              <a:buNone/>
              <a:defRPr sz="945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1D7F-AB06-4F54-8653-B0FF02318249}" type="datetimeFigureOut">
              <a:rPr lang="de-DE" smtClean="0"/>
              <a:t>24.11.2024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1DFD-7174-49F9-A425-E87AE8F9BE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2817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1D7F-AB06-4F54-8653-B0FF02318249}" type="datetimeFigureOut">
              <a:rPr lang="de-DE" smtClean="0"/>
              <a:t>24.11.2024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1DFD-7174-49F9-A425-E87AE8F9BE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3198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1076899"/>
            <a:ext cx="4658082" cy="1796828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2890725"/>
            <a:ext cx="4658082" cy="944910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/>
                </a:solidFill>
              </a:defRPr>
            </a:lvl1pPr>
            <a:lvl2pPr marL="270022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4004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1006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8008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50112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20134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9015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6017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1D7F-AB06-4F54-8653-B0FF02318249}" type="datetimeFigureOut">
              <a:rPr lang="de-DE" smtClean="0"/>
              <a:t>24.11.2024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1DFD-7174-49F9-A425-E87AE8F9BE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8412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1149890"/>
            <a:ext cx="2295287" cy="274073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1149890"/>
            <a:ext cx="2295287" cy="274073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1D7F-AB06-4F54-8653-B0FF02318249}" type="datetimeFigureOut">
              <a:rPr lang="de-DE" smtClean="0"/>
              <a:t>24.11.2024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1DFD-7174-49F9-A425-E87AE8F9BE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6183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29979"/>
            <a:ext cx="4658082" cy="8349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1058899"/>
            <a:ext cx="2284738" cy="518950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1577849"/>
            <a:ext cx="2284738" cy="23207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1058899"/>
            <a:ext cx="2295990" cy="518950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1577849"/>
            <a:ext cx="2295990" cy="23207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1D7F-AB06-4F54-8653-B0FF02318249}" type="datetimeFigureOut">
              <a:rPr lang="de-DE" smtClean="0"/>
              <a:t>24.11.2024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1DFD-7174-49F9-A425-E87AE8F9BE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9680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1D7F-AB06-4F54-8653-B0FF02318249}" type="datetimeFigureOut">
              <a:rPr lang="de-DE" smtClean="0"/>
              <a:t>24.11.2024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1DFD-7174-49F9-A425-E87AE8F9BE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8950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1D7F-AB06-4F54-8653-B0FF02318249}" type="datetimeFigureOut">
              <a:rPr lang="de-DE" smtClean="0"/>
              <a:t>24.11.2024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1DFD-7174-49F9-A425-E87AE8F9BE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1717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87972"/>
            <a:ext cx="1741858" cy="100790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621942"/>
            <a:ext cx="2734092" cy="3069707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295877"/>
            <a:ext cx="1741858" cy="2400771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1D7F-AB06-4F54-8653-B0FF02318249}" type="datetimeFigureOut">
              <a:rPr lang="de-DE" smtClean="0"/>
              <a:t>24.11.2024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1DFD-7174-49F9-A425-E87AE8F9BE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526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87972"/>
            <a:ext cx="1741858" cy="100790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621942"/>
            <a:ext cx="2734092" cy="3069707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2" indent="0">
              <a:buNone/>
              <a:defRPr sz="1654"/>
            </a:lvl2pPr>
            <a:lvl3pPr marL="540045" indent="0">
              <a:buNone/>
              <a:defRPr sz="1417"/>
            </a:lvl3pPr>
            <a:lvl4pPr marL="810067" indent="0">
              <a:buNone/>
              <a:defRPr sz="1181"/>
            </a:lvl4pPr>
            <a:lvl5pPr marL="1080089" indent="0">
              <a:buNone/>
              <a:defRPr sz="1181"/>
            </a:lvl5pPr>
            <a:lvl6pPr marL="1350112" indent="0">
              <a:buNone/>
              <a:defRPr sz="1181"/>
            </a:lvl6pPr>
            <a:lvl7pPr marL="1620134" indent="0">
              <a:buNone/>
              <a:defRPr sz="1181"/>
            </a:lvl7pPr>
            <a:lvl8pPr marL="1890156" indent="0">
              <a:buNone/>
              <a:defRPr sz="1181"/>
            </a:lvl8pPr>
            <a:lvl9pPr marL="2160179" indent="0">
              <a:buNone/>
              <a:defRPr sz="1181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295877"/>
            <a:ext cx="1741858" cy="2400771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1D7F-AB06-4F54-8653-B0FF02318249}" type="datetimeFigureOut">
              <a:rPr lang="de-DE" smtClean="0"/>
              <a:t>24.11.2024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1DFD-7174-49F9-A425-E87AE8F9BE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7363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1D7F-AB06-4F54-8653-B0FF02318249}" type="datetimeFigureOut">
              <a:rPr lang="de-DE" smtClean="0"/>
              <a:t>24.11.2024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1DFD-7174-49F9-A425-E87AE8F9BE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5038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229978"/>
            <a:ext cx="1164521" cy="366065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229978"/>
            <a:ext cx="3426053" cy="366065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1D7F-AB06-4F54-8653-B0FF02318249}" type="datetimeFigureOut">
              <a:rPr lang="de-DE" smtClean="0"/>
              <a:t>24.11.2024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1DFD-7174-49F9-A425-E87AE8F9BE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6975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229979"/>
            <a:ext cx="4658082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1149890"/>
            <a:ext cx="4658082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4003619"/>
            <a:ext cx="1215152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41D7F-AB06-4F54-8653-B0FF02318249}" type="datetimeFigureOut">
              <a:rPr lang="de-DE" smtClean="0"/>
              <a:t>24.11.2024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4003619"/>
            <a:ext cx="182272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4003619"/>
            <a:ext cx="1215152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0D1DFD-7174-49F9-A425-E87AE8F9BE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1545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40045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1" indent="-135011" algn="l" defTabSz="540045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3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56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78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0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2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45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167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19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45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67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08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1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34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56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17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1981E0BD-0239-F0F8-46AD-E0345B8CDCEF}"/>
              </a:ext>
            </a:extLst>
          </p:cNvPr>
          <p:cNvGrpSpPr/>
          <p:nvPr/>
        </p:nvGrpSpPr>
        <p:grpSpPr>
          <a:xfrm>
            <a:off x="342691" y="82577"/>
            <a:ext cx="4715292" cy="4154437"/>
            <a:chOff x="966646" y="802257"/>
            <a:chExt cx="4715292" cy="4154437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F3334B04-A9B9-54ED-FFAC-EA81C8F47ADE}"/>
                </a:ext>
              </a:extLst>
            </p:cNvPr>
            <p:cNvSpPr/>
            <p:nvPr/>
          </p:nvSpPr>
          <p:spPr>
            <a:xfrm>
              <a:off x="2458528" y="802257"/>
              <a:ext cx="379562" cy="3795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1</a:t>
              </a: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873D1665-E59A-AA03-6967-F802ADEBE669}"/>
                </a:ext>
              </a:extLst>
            </p:cNvPr>
            <p:cNvSpPr/>
            <p:nvPr/>
          </p:nvSpPr>
          <p:spPr>
            <a:xfrm>
              <a:off x="2930106" y="802257"/>
              <a:ext cx="379562" cy="3795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2</a:t>
              </a: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A5615B49-A2C6-982B-7D75-B5BC10ABBBFA}"/>
                </a:ext>
              </a:extLst>
            </p:cNvPr>
            <p:cNvSpPr/>
            <p:nvPr/>
          </p:nvSpPr>
          <p:spPr>
            <a:xfrm>
              <a:off x="3404560" y="802257"/>
              <a:ext cx="379562" cy="3795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3</a:t>
              </a: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15A6965F-527E-A2B2-842F-69BA66F42D93}"/>
                </a:ext>
              </a:extLst>
            </p:cNvPr>
            <p:cNvSpPr/>
            <p:nvPr/>
          </p:nvSpPr>
          <p:spPr>
            <a:xfrm>
              <a:off x="3879014" y="802257"/>
              <a:ext cx="379562" cy="3795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4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B091A6F4-2EB5-3517-B1B7-B6B4E4D41B56}"/>
                </a:ext>
              </a:extLst>
            </p:cNvPr>
            <p:cNvSpPr/>
            <p:nvPr/>
          </p:nvSpPr>
          <p:spPr>
            <a:xfrm>
              <a:off x="4353468" y="802257"/>
              <a:ext cx="379562" cy="3795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5</a:t>
              </a: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38C1656C-2C11-FFB0-26AB-94A0CA50BB20}"/>
                </a:ext>
              </a:extLst>
            </p:cNvPr>
            <p:cNvSpPr/>
            <p:nvPr/>
          </p:nvSpPr>
          <p:spPr>
            <a:xfrm>
              <a:off x="4827922" y="802257"/>
              <a:ext cx="379562" cy="3795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…</a:t>
              </a: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71493689-C142-8249-0E16-A8EB09D3BF8E}"/>
                </a:ext>
              </a:extLst>
            </p:cNvPr>
            <p:cNvSpPr/>
            <p:nvPr/>
          </p:nvSpPr>
          <p:spPr>
            <a:xfrm>
              <a:off x="5302376" y="802257"/>
              <a:ext cx="379562" cy="3795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n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3CA0E21E-A190-8E22-DAFC-5365AA486375}"/>
                </a:ext>
              </a:extLst>
            </p:cNvPr>
            <p:cNvSpPr txBox="1"/>
            <p:nvPr/>
          </p:nvSpPr>
          <p:spPr>
            <a:xfrm>
              <a:off x="966646" y="853538"/>
              <a:ext cx="14093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Gesamter Datensatz</a:t>
              </a:r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BCAE0FA8-838C-8698-1F60-E2C6E7AF4769}"/>
                </a:ext>
              </a:extLst>
            </p:cNvPr>
            <p:cNvSpPr/>
            <p:nvPr/>
          </p:nvSpPr>
          <p:spPr>
            <a:xfrm>
              <a:off x="4353468" y="1301151"/>
              <a:ext cx="379562" cy="379562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700" dirty="0">
                <a:solidFill>
                  <a:schemeClr val="tx1"/>
                </a:solidFill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14EF286C-40F9-27EF-0D7E-9AF82C9AEA21}"/>
                </a:ext>
              </a:extLst>
            </p:cNvPr>
            <p:cNvSpPr txBox="1"/>
            <p:nvPr/>
          </p:nvSpPr>
          <p:spPr>
            <a:xfrm>
              <a:off x="4733030" y="1371048"/>
              <a:ext cx="7377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Testdaten</a:t>
              </a:r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3507CFA9-DA0D-A8C7-67E9-46ED2A347399}"/>
                </a:ext>
              </a:extLst>
            </p:cNvPr>
            <p:cNvSpPr/>
            <p:nvPr/>
          </p:nvSpPr>
          <p:spPr>
            <a:xfrm>
              <a:off x="2930106" y="1301151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700" dirty="0">
                <a:solidFill>
                  <a:schemeClr val="tx1"/>
                </a:solidFill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645893C9-4723-5377-7A6D-562E0E817ED4}"/>
                </a:ext>
              </a:extLst>
            </p:cNvPr>
            <p:cNvSpPr txBox="1"/>
            <p:nvPr/>
          </p:nvSpPr>
          <p:spPr>
            <a:xfrm>
              <a:off x="3320379" y="1371048"/>
              <a:ext cx="99257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Trainingsdaten</a:t>
              </a: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8A5F452D-444A-2C29-8903-3426447C1EA3}"/>
                </a:ext>
              </a:extLst>
            </p:cNvPr>
            <p:cNvSpPr/>
            <p:nvPr/>
          </p:nvSpPr>
          <p:spPr>
            <a:xfrm>
              <a:off x="2458528" y="1800046"/>
              <a:ext cx="379562" cy="379562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1</a:t>
              </a: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51A9A3FB-5D09-3A37-D2F6-D15A272955E5}"/>
                </a:ext>
              </a:extLst>
            </p:cNvPr>
            <p:cNvSpPr/>
            <p:nvPr/>
          </p:nvSpPr>
          <p:spPr>
            <a:xfrm>
              <a:off x="2930106" y="1800046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2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DCAAF723-FBED-5397-35A3-5F89A748DFE8}"/>
                </a:ext>
              </a:extLst>
            </p:cNvPr>
            <p:cNvSpPr/>
            <p:nvPr/>
          </p:nvSpPr>
          <p:spPr>
            <a:xfrm>
              <a:off x="3404560" y="1800046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3</a:t>
              </a: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F95A4E59-12C9-A2FF-0D5A-A781F54C987D}"/>
                </a:ext>
              </a:extLst>
            </p:cNvPr>
            <p:cNvSpPr/>
            <p:nvPr/>
          </p:nvSpPr>
          <p:spPr>
            <a:xfrm>
              <a:off x="3879014" y="1800046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4</a:t>
              </a: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46B05C72-10C2-C2F1-99DA-A5457A303F95}"/>
                </a:ext>
              </a:extLst>
            </p:cNvPr>
            <p:cNvSpPr/>
            <p:nvPr/>
          </p:nvSpPr>
          <p:spPr>
            <a:xfrm>
              <a:off x="4353468" y="1800046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5</a:t>
              </a: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C75F5564-8DFA-BE49-C6E3-0E96505B5F26}"/>
                </a:ext>
              </a:extLst>
            </p:cNvPr>
            <p:cNvSpPr/>
            <p:nvPr/>
          </p:nvSpPr>
          <p:spPr>
            <a:xfrm>
              <a:off x="4827922" y="1800046"/>
              <a:ext cx="379562" cy="37956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…</a:t>
              </a: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84D10431-5CE0-291F-25D1-869F2A9F54BC}"/>
                </a:ext>
              </a:extLst>
            </p:cNvPr>
            <p:cNvSpPr/>
            <p:nvPr/>
          </p:nvSpPr>
          <p:spPr>
            <a:xfrm>
              <a:off x="5302376" y="1800046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n</a:t>
              </a: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B9F2FFD0-7500-25B8-D090-61B9F1A0A05B}"/>
                </a:ext>
              </a:extLst>
            </p:cNvPr>
            <p:cNvSpPr txBox="1"/>
            <p:nvPr/>
          </p:nvSpPr>
          <p:spPr>
            <a:xfrm>
              <a:off x="966646" y="1859022"/>
              <a:ext cx="108715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Cross </a:t>
              </a:r>
              <a:r>
                <a:rPr lang="de-DE" sz="1100" dirty="0" err="1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Fold</a:t>
              </a:r>
              <a:r>
                <a:rPr lang="de-DE" sz="11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 1/n</a:t>
              </a:r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C8673559-7A9B-215F-9232-F824CC7A5819}"/>
                </a:ext>
              </a:extLst>
            </p:cNvPr>
            <p:cNvSpPr/>
            <p:nvPr/>
          </p:nvSpPr>
          <p:spPr>
            <a:xfrm>
              <a:off x="2458528" y="2278813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1</a:t>
              </a: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92F6A6FB-ADEA-4BF9-ED66-DA6027C6DE70}"/>
                </a:ext>
              </a:extLst>
            </p:cNvPr>
            <p:cNvSpPr/>
            <p:nvPr/>
          </p:nvSpPr>
          <p:spPr>
            <a:xfrm>
              <a:off x="2930106" y="2278813"/>
              <a:ext cx="379562" cy="379562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2</a:t>
              </a:r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E73981D4-78F2-63F0-B07A-69A2B90A0AAC}"/>
                </a:ext>
              </a:extLst>
            </p:cNvPr>
            <p:cNvSpPr/>
            <p:nvPr/>
          </p:nvSpPr>
          <p:spPr>
            <a:xfrm>
              <a:off x="3404560" y="2278813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3</a:t>
              </a:r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CFAB408B-22AD-7CE2-95AD-3A75C7CA0635}"/>
                </a:ext>
              </a:extLst>
            </p:cNvPr>
            <p:cNvSpPr/>
            <p:nvPr/>
          </p:nvSpPr>
          <p:spPr>
            <a:xfrm>
              <a:off x="3879014" y="2278813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4</a:t>
              </a:r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DDEC2C0D-3533-30B4-1933-3DB4D7A0536E}"/>
                </a:ext>
              </a:extLst>
            </p:cNvPr>
            <p:cNvSpPr/>
            <p:nvPr/>
          </p:nvSpPr>
          <p:spPr>
            <a:xfrm>
              <a:off x="4353468" y="2278813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5</a:t>
              </a: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B4F1C294-2B7B-97BD-00D7-F5D0DC3810F3}"/>
                </a:ext>
              </a:extLst>
            </p:cNvPr>
            <p:cNvSpPr/>
            <p:nvPr/>
          </p:nvSpPr>
          <p:spPr>
            <a:xfrm>
              <a:off x="4827922" y="2278813"/>
              <a:ext cx="379562" cy="37956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…</a:t>
              </a: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16141B3E-97DA-A71B-EF94-B03FC1E5215F}"/>
                </a:ext>
              </a:extLst>
            </p:cNvPr>
            <p:cNvSpPr/>
            <p:nvPr/>
          </p:nvSpPr>
          <p:spPr>
            <a:xfrm>
              <a:off x="5302376" y="2278813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n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F7DF4C2E-563E-55DE-86CB-B16DA9D82813}"/>
                </a:ext>
              </a:extLst>
            </p:cNvPr>
            <p:cNvSpPr txBox="1"/>
            <p:nvPr/>
          </p:nvSpPr>
          <p:spPr>
            <a:xfrm>
              <a:off x="966646" y="2337789"/>
              <a:ext cx="108715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Cross </a:t>
              </a:r>
              <a:r>
                <a:rPr lang="de-DE" sz="1100" dirty="0" err="1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Fold</a:t>
              </a:r>
              <a:r>
                <a:rPr lang="de-DE" sz="11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 2/n</a:t>
              </a:r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1C659E25-5CE6-A73D-871D-913AB04EECB5}"/>
                </a:ext>
              </a:extLst>
            </p:cNvPr>
            <p:cNvSpPr/>
            <p:nvPr/>
          </p:nvSpPr>
          <p:spPr>
            <a:xfrm>
              <a:off x="2458528" y="2733701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1</a:t>
              </a:r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6B2D8D28-69D5-DF16-7F40-FD9F6CEA4F6F}"/>
                </a:ext>
              </a:extLst>
            </p:cNvPr>
            <p:cNvSpPr/>
            <p:nvPr/>
          </p:nvSpPr>
          <p:spPr>
            <a:xfrm>
              <a:off x="2930106" y="2733701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2</a:t>
              </a:r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C0AC08CA-9EBE-E069-D4D5-C79BC1458079}"/>
                </a:ext>
              </a:extLst>
            </p:cNvPr>
            <p:cNvSpPr/>
            <p:nvPr/>
          </p:nvSpPr>
          <p:spPr>
            <a:xfrm>
              <a:off x="3404560" y="2733701"/>
              <a:ext cx="379562" cy="379562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3</a:t>
              </a:r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927DE6AD-4B1B-8920-44B7-049F19F27B70}"/>
                </a:ext>
              </a:extLst>
            </p:cNvPr>
            <p:cNvSpPr/>
            <p:nvPr/>
          </p:nvSpPr>
          <p:spPr>
            <a:xfrm>
              <a:off x="3879014" y="2733701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4</a:t>
              </a:r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0B90B8B0-926D-5E50-13F4-C1ABCBABEEB6}"/>
                </a:ext>
              </a:extLst>
            </p:cNvPr>
            <p:cNvSpPr/>
            <p:nvPr/>
          </p:nvSpPr>
          <p:spPr>
            <a:xfrm>
              <a:off x="4353468" y="2733701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5</a:t>
              </a:r>
            </a:p>
          </p:txBody>
        </p: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4583B754-5487-ADFE-A07F-3AC2DD70FF5B}"/>
                </a:ext>
              </a:extLst>
            </p:cNvPr>
            <p:cNvSpPr/>
            <p:nvPr/>
          </p:nvSpPr>
          <p:spPr>
            <a:xfrm>
              <a:off x="4827922" y="2733701"/>
              <a:ext cx="379562" cy="37956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…</a:t>
              </a:r>
            </a:p>
          </p:txBody>
        </p: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70B60A09-B157-5E4F-C140-E015E10AE186}"/>
                </a:ext>
              </a:extLst>
            </p:cNvPr>
            <p:cNvSpPr/>
            <p:nvPr/>
          </p:nvSpPr>
          <p:spPr>
            <a:xfrm>
              <a:off x="5302376" y="2733701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n</a:t>
              </a:r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5A1E158D-DACE-4AA9-91F6-F6942F01783A}"/>
                </a:ext>
              </a:extLst>
            </p:cNvPr>
            <p:cNvSpPr txBox="1"/>
            <p:nvPr/>
          </p:nvSpPr>
          <p:spPr>
            <a:xfrm>
              <a:off x="966646" y="2792677"/>
              <a:ext cx="108715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Cross </a:t>
              </a:r>
              <a:r>
                <a:rPr lang="de-DE" sz="1100" dirty="0" err="1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Fold</a:t>
              </a:r>
              <a:r>
                <a:rPr lang="de-DE" sz="11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 3/n</a:t>
              </a:r>
            </a:p>
          </p:txBody>
        </p:sp>
        <p:sp>
          <p:nvSpPr>
            <p:cNvPr id="50" name="Rechteck 49">
              <a:extLst>
                <a:ext uri="{FF2B5EF4-FFF2-40B4-BE49-F238E27FC236}">
                  <a16:creationId xmlns:a16="http://schemas.microsoft.com/office/drawing/2014/main" id="{1D4CF3C4-8E84-1CDD-3DFD-4FFE7A8EF1D2}"/>
                </a:ext>
              </a:extLst>
            </p:cNvPr>
            <p:cNvSpPr/>
            <p:nvPr/>
          </p:nvSpPr>
          <p:spPr>
            <a:xfrm>
              <a:off x="2458528" y="3188589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1</a:t>
              </a:r>
            </a:p>
          </p:txBody>
        </p:sp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47354401-7A46-C5EF-CBEB-465288D6CD95}"/>
                </a:ext>
              </a:extLst>
            </p:cNvPr>
            <p:cNvSpPr/>
            <p:nvPr/>
          </p:nvSpPr>
          <p:spPr>
            <a:xfrm>
              <a:off x="2930106" y="3188589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2</a:t>
              </a:r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26B75A10-B1C6-C00D-385D-96FB9FB90406}"/>
                </a:ext>
              </a:extLst>
            </p:cNvPr>
            <p:cNvSpPr/>
            <p:nvPr/>
          </p:nvSpPr>
          <p:spPr>
            <a:xfrm>
              <a:off x="3404560" y="3188589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3</a:t>
              </a:r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E814AD9F-6953-1C59-DE2B-6F14BC060166}"/>
                </a:ext>
              </a:extLst>
            </p:cNvPr>
            <p:cNvSpPr/>
            <p:nvPr/>
          </p:nvSpPr>
          <p:spPr>
            <a:xfrm>
              <a:off x="3879014" y="3188589"/>
              <a:ext cx="379562" cy="379562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4</a:t>
              </a: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F1476216-269D-048C-CB3C-EA81ECB40F9D}"/>
                </a:ext>
              </a:extLst>
            </p:cNvPr>
            <p:cNvSpPr/>
            <p:nvPr/>
          </p:nvSpPr>
          <p:spPr>
            <a:xfrm>
              <a:off x="4353468" y="3188589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5</a:t>
              </a: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E1825DAE-7DF3-538A-DD62-6CDA34171649}"/>
                </a:ext>
              </a:extLst>
            </p:cNvPr>
            <p:cNvSpPr/>
            <p:nvPr/>
          </p:nvSpPr>
          <p:spPr>
            <a:xfrm>
              <a:off x="4827922" y="3188589"/>
              <a:ext cx="379562" cy="37956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…</a:t>
              </a: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38CC8085-793B-6DBE-F8DA-7DBE4551788A}"/>
                </a:ext>
              </a:extLst>
            </p:cNvPr>
            <p:cNvSpPr/>
            <p:nvPr/>
          </p:nvSpPr>
          <p:spPr>
            <a:xfrm>
              <a:off x="5302376" y="3188589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n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C0516520-2266-196D-3014-093C358B051C}"/>
                </a:ext>
              </a:extLst>
            </p:cNvPr>
            <p:cNvSpPr txBox="1"/>
            <p:nvPr/>
          </p:nvSpPr>
          <p:spPr>
            <a:xfrm>
              <a:off x="966646" y="3247565"/>
              <a:ext cx="108715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Cross </a:t>
              </a:r>
              <a:r>
                <a:rPr lang="de-DE" sz="1100" dirty="0" err="1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Fold</a:t>
              </a:r>
              <a:r>
                <a:rPr lang="de-DE" sz="11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 4/n</a:t>
              </a:r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44313C4A-6AA4-0B59-DFEB-741728CAD08A}"/>
                </a:ext>
              </a:extLst>
            </p:cNvPr>
            <p:cNvSpPr/>
            <p:nvPr/>
          </p:nvSpPr>
          <p:spPr>
            <a:xfrm>
              <a:off x="2458528" y="3667356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1</a:t>
              </a: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6F9C14C9-C586-65AA-3040-6F8317AF21B0}"/>
                </a:ext>
              </a:extLst>
            </p:cNvPr>
            <p:cNvSpPr/>
            <p:nvPr/>
          </p:nvSpPr>
          <p:spPr>
            <a:xfrm>
              <a:off x="2930106" y="3667356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2</a:t>
              </a:r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2D386468-F9E3-E19E-AEB3-3C1D09317CF4}"/>
                </a:ext>
              </a:extLst>
            </p:cNvPr>
            <p:cNvSpPr/>
            <p:nvPr/>
          </p:nvSpPr>
          <p:spPr>
            <a:xfrm>
              <a:off x="3404560" y="3667356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3</a:t>
              </a:r>
            </a:p>
          </p:txBody>
        </p:sp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E640A8AF-9A97-0A4D-867E-EF90EF0A6012}"/>
                </a:ext>
              </a:extLst>
            </p:cNvPr>
            <p:cNvSpPr/>
            <p:nvPr/>
          </p:nvSpPr>
          <p:spPr>
            <a:xfrm>
              <a:off x="3879014" y="3667356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4</a:t>
              </a:r>
            </a:p>
          </p:txBody>
        </p:sp>
        <p:sp>
          <p:nvSpPr>
            <p:cNvPr id="62" name="Rechteck 61">
              <a:extLst>
                <a:ext uri="{FF2B5EF4-FFF2-40B4-BE49-F238E27FC236}">
                  <a16:creationId xmlns:a16="http://schemas.microsoft.com/office/drawing/2014/main" id="{7057C535-527B-3D89-E5CD-9BFD5D415AAC}"/>
                </a:ext>
              </a:extLst>
            </p:cNvPr>
            <p:cNvSpPr/>
            <p:nvPr/>
          </p:nvSpPr>
          <p:spPr>
            <a:xfrm>
              <a:off x="4353468" y="3667356"/>
              <a:ext cx="379562" cy="379562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5</a:t>
              </a:r>
            </a:p>
          </p:txBody>
        </p:sp>
        <p:sp>
          <p:nvSpPr>
            <p:cNvPr id="63" name="Rechteck 62">
              <a:extLst>
                <a:ext uri="{FF2B5EF4-FFF2-40B4-BE49-F238E27FC236}">
                  <a16:creationId xmlns:a16="http://schemas.microsoft.com/office/drawing/2014/main" id="{3AACE506-41FE-FB32-B6D2-3E0A9E98808E}"/>
                </a:ext>
              </a:extLst>
            </p:cNvPr>
            <p:cNvSpPr/>
            <p:nvPr/>
          </p:nvSpPr>
          <p:spPr>
            <a:xfrm>
              <a:off x="4827922" y="3667356"/>
              <a:ext cx="379562" cy="37956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…</a:t>
              </a:r>
            </a:p>
          </p:txBody>
        </p:sp>
        <p:sp>
          <p:nvSpPr>
            <p:cNvPr id="64" name="Rechteck 63">
              <a:extLst>
                <a:ext uri="{FF2B5EF4-FFF2-40B4-BE49-F238E27FC236}">
                  <a16:creationId xmlns:a16="http://schemas.microsoft.com/office/drawing/2014/main" id="{79F5AE77-D937-48A4-D764-74372140E441}"/>
                </a:ext>
              </a:extLst>
            </p:cNvPr>
            <p:cNvSpPr/>
            <p:nvPr/>
          </p:nvSpPr>
          <p:spPr>
            <a:xfrm>
              <a:off x="5302376" y="3667356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n</a:t>
              </a:r>
            </a:p>
          </p:txBody>
        </p: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EA0A6070-9A84-C199-75F8-1FC43A8660D1}"/>
                </a:ext>
              </a:extLst>
            </p:cNvPr>
            <p:cNvSpPr txBox="1"/>
            <p:nvPr/>
          </p:nvSpPr>
          <p:spPr>
            <a:xfrm>
              <a:off x="966646" y="3726332"/>
              <a:ext cx="108715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Cross </a:t>
              </a:r>
              <a:r>
                <a:rPr lang="de-DE" sz="1100" dirty="0" err="1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Fold</a:t>
              </a:r>
              <a:r>
                <a:rPr lang="de-DE" sz="11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 5/n</a:t>
              </a:r>
            </a:p>
          </p:txBody>
        </p:sp>
        <p:sp>
          <p:nvSpPr>
            <p:cNvPr id="66" name="Rechteck 65">
              <a:extLst>
                <a:ext uri="{FF2B5EF4-FFF2-40B4-BE49-F238E27FC236}">
                  <a16:creationId xmlns:a16="http://schemas.microsoft.com/office/drawing/2014/main" id="{040E9CC3-1734-78DE-B267-77A8ABDF721B}"/>
                </a:ext>
              </a:extLst>
            </p:cNvPr>
            <p:cNvSpPr/>
            <p:nvPr/>
          </p:nvSpPr>
          <p:spPr>
            <a:xfrm>
              <a:off x="2458528" y="4122244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1</a:t>
              </a:r>
            </a:p>
          </p:txBody>
        </p:sp>
        <p:sp>
          <p:nvSpPr>
            <p:cNvPr id="67" name="Rechteck 66">
              <a:extLst>
                <a:ext uri="{FF2B5EF4-FFF2-40B4-BE49-F238E27FC236}">
                  <a16:creationId xmlns:a16="http://schemas.microsoft.com/office/drawing/2014/main" id="{382BEAF1-CEA2-CA5F-899D-322B553391FF}"/>
                </a:ext>
              </a:extLst>
            </p:cNvPr>
            <p:cNvSpPr/>
            <p:nvPr/>
          </p:nvSpPr>
          <p:spPr>
            <a:xfrm>
              <a:off x="2930106" y="4122244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2</a:t>
              </a:r>
            </a:p>
          </p:txBody>
        </p:sp>
        <p:sp>
          <p:nvSpPr>
            <p:cNvPr id="68" name="Rechteck 67">
              <a:extLst>
                <a:ext uri="{FF2B5EF4-FFF2-40B4-BE49-F238E27FC236}">
                  <a16:creationId xmlns:a16="http://schemas.microsoft.com/office/drawing/2014/main" id="{C0698FD0-57F1-8E2F-305E-9BB113169665}"/>
                </a:ext>
              </a:extLst>
            </p:cNvPr>
            <p:cNvSpPr/>
            <p:nvPr/>
          </p:nvSpPr>
          <p:spPr>
            <a:xfrm>
              <a:off x="3404560" y="4122244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3</a:t>
              </a:r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B3FA96E8-D8EC-12E4-E7D5-ACF9E2996B4A}"/>
                </a:ext>
              </a:extLst>
            </p:cNvPr>
            <p:cNvSpPr/>
            <p:nvPr/>
          </p:nvSpPr>
          <p:spPr>
            <a:xfrm>
              <a:off x="3879014" y="4122244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4</a:t>
              </a:r>
            </a:p>
          </p:txBody>
        </p:sp>
        <p:sp>
          <p:nvSpPr>
            <p:cNvPr id="70" name="Rechteck 69">
              <a:extLst>
                <a:ext uri="{FF2B5EF4-FFF2-40B4-BE49-F238E27FC236}">
                  <a16:creationId xmlns:a16="http://schemas.microsoft.com/office/drawing/2014/main" id="{9EC210AD-5E84-2C16-C17A-D68FB1157B2C}"/>
                </a:ext>
              </a:extLst>
            </p:cNvPr>
            <p:cNvSpPr/>
            <p:nvPr/>
          </p:nvSpPr>
          <p:spPr>
            <a:xfrm>
              <a:off x="4353468" y="4122244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5</a:t>
              </a:r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0EDFE4A8-7F81-5A62-6C35-0E9117B8C733}"/>
                </a:ext>
              </a:extLst>
            </p:cNvPr>
            <p:cNvSpPr/>
            <p:nvPr/>
          </p:nvSpPr>
          <p:spPr>
            <a:xfrm>
              <a:off x="4827922" y="4122244"/>
              <a:ext cx="379562" cy="379562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…</a:t>
              </a:r>
            </a:p>
          </p:txBody>
        </p:sp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683A015C-82C1-6EC6-E658-A8BD5E078F74}"/>
                </a:ext>
              </a:extLst>
            </p:cNvPr>
            <p:cNvSpPr/>
            <p:nvPr/>
          </p:nvSpPr>
          <p:spPr>
            <a:xfrm>
              <a:off x="5302376" y="4122244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n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311B2F5E-C5E8-3EC8-7311-A7B279624946}"/>
                </a:ext>
              </a:extLst>
            </p:cNvPr>
            <p:cNvSpPr txBox="1"/>
            <p:nvPr/>
          </p:nvSpPr>
          <p:spPr>
            <a:xfrm>
              <a:off x="1363228" y="4181220"/>
              <a:ext cx="3080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…</a:t>
              </a: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912C11B9-4BA9-8489-6CB0-3CFE432EB3F8}"/>
                </a:ext>
              </a:extLst>
            </p:cNvPr>
            <p:cNvSpPr/>
            <p:nvPr/>
          </p:nvSpPr>
          <p:spPr>
            <a:xfrm>
              <a:off x="2458528" y="4577132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1</a:t>
              </a: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456D1524-924D-F1DF-C501-74A79BA6B925}"/>
                </a:ext>
              </a:extLst>
            </p:cNvPr>
            <p:cNvSpPr/>
            <p:nvPr/>
          </p:nvSpPr>
          <p:spPr>
            <a:xfrm>
              <a:off x="2930106" y="4577132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2</a:t>
              </a:r>
            </a:p>
          </p:txBody>
        </p:sp>
        <p:sp>
          <p:nvSpPr>
            <p:cNvPr id="76" name="Rechteck 75">
              <a:extLst>
                <a:ext uri="{FF2B5EF4-FFF2-40B4-BE49-F238E27FC236}">
                  <a16:creationId xmlns:a16="http://schemas.microsoft.com/office/drawing/2014/main" id="{89A31027-5690-48E4-49C9-87EF42187FC1}"/>
                </a:ext>
              </a:extLst>
            </p:cNvPr>
            <p:cNvSpPr/>
            <p:nvPr/>
          </p:nvSpPr>
          <p:spPr>
            <a:xfrm>
              <a:off x="3404560" y="4577132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3</a:t>
              </a:r>
            </a:p>
          </p:txBody>
        </p:sp>
        <p:sp>
          <p:nvSpPr>
            <p:cNvPr id="77" name="Rechteck 76">
              <a:extLst>
                <a:ext uri="{FF2B5EF4-FFF2-40B4-BE49-F238E27FC236}">
                  <a16:creationId xmlns:a16="http://schemas.microsoft.com/office/drawing/2014/main" id="{407567F6-61D3-A933-6954-65F34A3D9F7F}"/>
                </a:ext>
              </a:extLst>
            </p:cNvPr>
            <p:cNvSpPr/>
            <p:nvPr/>
          </p:nvSpPr>
          <p:spPr>
            <a:xfrm>
              <a:off x="3879014" y="4577132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4</a:t>
              </a:r>
            </a:p>
          </p:txBody>
        </p:sp>
        <p:sp>
          <p:nvSpPr>
            <p:cNvPr id="78" name="Rechteck 77">
              <a:extLst>
                <a:ext uri="{FF2B5EF4-FFF2-40B4-BE49-F238E27FC236}">
                  <a16:creationId xmlns:a16="http://schemas.microsoft.com/office/drawing/2014/main" id="{2BEB7951-A7C4-AF1C-4FFD-4BF7179D138B}"/>
                </a:ext>
              </a:extLst>
            </p:cNvPr>
            <p:cNvSpPr/>
            <p:nvPr/>
          </p:nvSpPr>
          <p:spPr>
            <a:xfrm>
              <a:off x="4353468" y="4577132"/>
              <a:ext cx="379562" cy="3795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5</a:t>
              </a:r>
            </a:p>
          </p:txBody>
        </p:sp>
        <p:sp>
          <p:nvSpPr>
            <p:cNvPr id="79" name="Rechteck 78">
              <a:extLst>
                <a:ext uri="{FF2B5EF4-FFF2-40B4-BE49-F238E27FC236}">
                  <a16:creationId xmlns:a16="http://schemas.microsoft.com/office/drawing/2014/main" id="{7514DA06-4470-0EE3-70CC-FA6B40EA7129}"/>
                </a:ext>
              </a:extLst>
            </p:cNvPr>
            <p:cNvSpPr/>
            <p:nvPr/>
          </p:nvSpPr>
          <p:spPr>
            <a:xfrm>
              <a:off x="4827922" y="4577132"/>
              <a:ext cx="379562" cy="37956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…</a:t>
              </a:r>
            </a:p>
          </p:txBody>
        </p:sp>
        <p:sp>
          <p:nvSpPr>
            <p:cNvPr id="80" name="Rechteck 79">
              <a:extLst>
                <a:ext uri="{FF2B5EF4-FFF2-40B4-BE49-F238E27FC236}">
                  <a16:creationId xmlns:a16="http://schemas.microsoft.com/office/drawing/2014/main" id="{2C352468-866A-8925-73F8-C56833F0F336}"/>
                </a:ext>
              </a:extLst>
            </p:cNvPr>
            <p:cNvSpPr/>
            <p:nvPr/>
          </p:nvSpPr>
          <p:spPr>
            <a:xfrm>
              <a:off x="5302376" y="4577132"/>
              <a:ext cx="379562" cy="379562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EE n</a:t>
              </a:r>
            </a:p>
          </p:txBody>
        </p:sp>
        <p:sp>
          <p:nvSpPr>
            <p:cNvPr id="81" name="Textfeld 80">
              <a:extLst>
                <a:ext uri="{FF2B5EF4-FFF2-40B4-BE49-F238E27FC236}">
                  <a16:creationId xmlns:a16="http://schemas.microsoft.com/office/drawing/2014/main" id="{7A8D7182-F25E-FE83-4741-5DF997B36EF5}"/>
                </a:ext>
              </a:extLst>
            </p:cNvPr>
            <p:cNvSpPr txBox="1"/>
            <p:nvPr/>
          </p:nvSpPr>
          <p:spPr>
            <a:xfrm>
              <a:off x="966646" y="4636108"/>
              <a:ext cx="1085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Cross </a:t>
              </a:r>
              <a:r>
                <a:rPr lang="de-DE" sz="1100" dirty="0" err="1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Fold</a:t>
              </a:r>
              <a:r>
                <a:rPr lang="de-DE" sz="11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 n/n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5550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139</Words>
  <Application>Microsoft Office PowerPoint</Application>
  <PresentationFormat>Benutzerdefiniert</PresentationFormat>
  <Paragraphs>66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4</cp:revision>
  <cp:lastPrinted>2023-11-21T10:46:50Z</cp:lastPrinted>
  <dcterms:created xsi:type="dcterms:W3CDTF">2023-11-21T10:46:08Z</dcterms:created>
  <dcterms:modified xsi:type="dcterms:W3CDTF">2024-11-24T09:17:00Z</dcterms:modified>
</cp:coreProperties>
</file>