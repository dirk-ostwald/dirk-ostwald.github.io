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</p:sldIdLst>
  <p:sldSz cx="8280400" cy="4500563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26" d="100"/>
          <a:sy n="226" d="100"/>
        </p:scale>
        <p:origin x="59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5050" y="736551"/>
            <a:ext cx="6210300" cy="1566863"/>
          </a:xfrm>
        </p:spPr>
        <p:txBody>
          <a:bodyPr anchor="b"/>
          <a:lstStyle>
            <a:lvl1pPr algn="ctr">
              <a:defRPr sz="393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5050" y="2363838"/>
            <a:ext cx="6210300" cy="1086594"/>
          </a:xfrm>
        </p:spPr>
        <p:txBody>
          <a:bodyPr/>
          <a:lstStyle>
            <a:lvl1pPr marL="0" indent="0" algn="ctr">
              <a:buNone/>
              <a:defRPr sz="1575"/>
            </a:lvl1pPr>
            <a:lvl2pPr marL="300060" indent="0" algn="ctr">
              <a:buNone/>
              <a:defRPr sz="1313"/>
            </a:lvl2pPr>
            <a:lvl3pPr marL="600121" indent="0" algn="ctr">
              <a:buNone/>
              <a:defRPr sz="1181"/>
            </a:lvl3pPr>
            <a:lvl4pPr marL="900181" indent="0" algn="ctr">
              <a:buNone/>
              <a:defRPr sz="1050"/>
            </a:lvl4pPr>
            <a:lvl5pPr marL="1200241" indent="0" algn="ctr">
              <a:buNone/>
              <a:defRPr sz="1050"/>
            </a:lvl5pPr>
            <a:lvl6pPr marL="1500302" indent="0" algn="ctr">
              <a:buNone/>
              <a:defRPr sz="1050"/>
            </a:lvl6pPr>
            <a:lvl7pPr marL="1800362" indent="0" algn="ctr">
              <a:buNone/>
              <a:defRPr sz="1050"/>
            </a:lvl7pPr>
            <a:lvl8pPr marL="2100423" indent="0" algn="ctr">
              <a:buNone/>
              <a:defRPr sz="1050"/>
            </a:lvl8pPr>
            <a:lvl9pPr marL="2400483" indent="0" algn="ctr">
              <a:buNone/>
              <a:defRPr sz="105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12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107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65" y="1122016"/>
            <a:ext cx="7141845" cy="1872109"/>
          </a:xfrm>
        </p:spPr>
        <p:txBody>
          <a:bodyPr anchor="b"/>
          <a:lstStyle>
            <a:lvl1pPr>
              <a:defRPr sz="393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4965" y="3011836"/>
            <a:ext cx="7141845" cy="984498"/>
          </a:xfrm>
        </p:spPr>
        <p:txBody>
          <a:bodyPr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0006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2pPr>
            <a:lvl3pPr marL="600121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3pPr>
            <a:lvl4pPr marL="900181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200241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50030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180036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10042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400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20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9278" y="1198066"/>
            <a:ext cx="3519170" cy="28555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1953" y="1198066"/>
            <a:ext cx="3519170" cy="28555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40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239614"/>
            <a:ext cx="7141845" cy="86990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356" y="1103263"/>
            <a:ext cx="3502997" cy="540692"/>
          </a:xfrm>
        </p:spPr>
        <p:txBody>
          <a:bodyPr anchor="b"/>
          <a:lstStyle>
            <a:lvl1pPr marL="0" indent="0">
              <a:buNone/>
              <a:defRPr sz="1575" b="1"/>
            </a:lvl1pPr>
            <a:lvl2pPr marL="300060" indent="0">
              <a:buNone/>
              <a:defRPr sz="1313" b="1"/>
            </a:lvl2pPr>
            <a:lvl3pPr marL="600121" indent="0">
              <a:buNone/>
              <a:defRPr sz="1181" b="1"/>
            </a:lvl3pPr>
            <a:lvl4pPr marL="900181" indent="0">
              <a:buNone/>
              <a:defRPr sz="1050" b="1"/>
            </a:lvl4pPr>
            <a:lvl5pPr marL="1200241" indent="0">
              <a:buNone/>
              <a:defRPr sz="1050" b="1"/>
            </a:lvl5pPr>
            <a:lvl6pPr marL="1500302" indent="0">
              <a:buNone/>
              <a:defRPr sz="1050" b="1"/>
            </a:lvl6pPr>
            <a:lvl7pPr marL="1800362" indent="0">
              <a:buNone/>
              <a:defRPr sz="1050" b="1"/>
            </a:lvl7pPr>
            <a:lvl8pPr marL="2100423" indent="0">
              <a:buNone/>
              <a:defRPr sz="1050" b="1"/>
            </a:lvl8pPr>
            <a:lvl9pPr marL="2400483" indent="0">
              <a:buNone/>
              <a:defRPr sz="105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356" y="1643956"/>
            <a:ext cx="3502997" cy="24180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1952" y="1103263"/>
            <a:ext cx="3520249" cy="540692"/>
          </a:xfrm>
        </p:spPr>
        <p:txBody>
          <a:bodyPr anchor="b"/>
          <a:lstStyle>
            <a:lvl1pPr marL="0" indent="0">
              <a:buNone/>
              <a:defRPr sz="1575" b="1"/>
            </a:lvl1pPr>
            <a:lvl2pPr marL="300060" indent="0">
              <a:buNone/>
              <a:defRPr sz="1313" b="1"/>
            </a:lvl2pPr>
            <a:lvl3pPr marL="600121" indent="0">
              <a:buNone/>
              <a:defRPr sz="1181" b="1"/>
            </a:lvl3pPr>
            <a:lvl4pPr marL="900181" indent="0">
              <a:buNone/>
              <a:defRPr sz="1050" b="1"/>
            </a:lvl4pPr>
            <a:lvl5pPr marL="1200241" indent="0">
              <a:buNone/>
              <a:defRPr sz="1050" b="1"/>
            </a:lvl5pPr>
            <a:lvl6pPr marL="1500302" indent="0">
              <a:buNone/>
              <a:defRPr sz="1050" b="1"/>
            </a:lvl6pPr>
            <a:lvl7pPr marL="1800362" indent="0">
              <a:buNone/>
              <a:defRPr sz="1050" b="1"/>
            </a:lvl7pPr>
            <a:lvl8pPr marL="2100423" indent="0">
              <a:buNone/>
              <a:defRPr sz="1050" b="1"/>
            </a:lvl8pPr>
            <a:lvl9pPr marL="2400483" indent="0">
              <a:buNone/>
              <a:defRPr sz="105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1952" y="1643956"/>
            <a:ext cx="3520249" cy="24180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13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876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7" y="300038"/>
            <a:ext cx="2670644" cy="1050131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0248" y="647998"/>
            <a:ext cx="4191953" cy="3198317"/>
          </a:xfrm>
        </p:spPr>
        <p:txBody>
          <a:bodyPr/>
          <a:lstStyle>
            <a:lvl1pPr>
              <a:defRPr sz="2100"/>
            </a:lvl1pPr>
            <a:lvl2pPr>
              <a:defRPr sz="1838"/>
            </a:lvl2pPr>
            <a:lvl3pPr>
              <a:defRPr sz="1575"/>
            </a:lvl3pPr>
            <a:lvl4pPr>
              <a:defRPr sz="1313"/>
            </a:lvl4pPr>
            <a:lvl5pPr>
              <a:defRPr sz="1313"/>
            </a:lvl5pPr>
            <a:lvl6pPr>
              <a:defRPr sz="1313"/>
            </a:lvl6pPr>
            <a:lvl7pPr>
              <a:defRPr sz="1313"/>
            </a:lvl7pPr>
            <a:lvl8pPr>
              <a:defRPr sz="1313"/>
            </a:lvl8pPr>
            <a:lvl9pPr>
              <a:defRPr sz="1313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7" y="1350169"/>
            <a:ext cx="2670644" cy="2501355"/>
          </a:xfrm>
        </p:spPr>
        <p:txBody>
          <a:bodyPr/>
          <a:lstStyle>
            <a:lvl1pPr marL="0" indent="0">
              <a:buNone/>
              <a:defRPr sz="1050"/>
            </a:lvl1pPr>
            <a:lvl2pPr marL="300060" indent="0">
              <a:buNone/>
              <a:defRPr sz="919"/>
            </a:lvl2pPr>
            <a:lvl3pPr marL="600121" indent="0">
              <a:buNone/>
              <a:defRPr sz="788"/>
            </a:lvl3pPr>
            <a:lvl4pPr marL="900181" indent="0">
              <a:buNone/>
              <a:defRPr sz="656"/>
            </a:lvl4pPr>
            <a:lvl5pPr marL="1200241" indent="0">
              <a:buNone/>
              <a:defRPr sz="656"/>
            </a:lvl5pPr>
            <a:lvl6pPr marL="1500302" indent="0">
              <a:buNone/>
              <a:defRPr sz="656"/>
            </a:lvl6pPr>
            <a:lvl7pPr marL="1800362" indent="0">
              <a:buNone/>
              <a:defRPr sz="656"/>
            </a:lvl7pPr>
            <a:lvl8pPr marL="2100423" indent="0">
              <a:buNone/>
              <a:defRPr sz="656"/>
            </a:lvl8pPr>
            <a:lvl9pPr marL="2400483" indent="0">
              <a:buNone/>
              <a:defRPr sz="656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25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7" y="300038"/>
            <a:ext cx="2670644" cy="1050131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20248" y="647998"/>
            <a:ext cx="4191953" cy="3198317"/>
          </a:xfrm>
        </p:spPr>
        <p:txBody>
          <a:bodyPr anchor="t"/>
          <a:lstStyle>
            <a:lvl1pPr marL="0" indent="0">
              <a:buNone/>
              <a:defRPr sz="2100"/>
            </a:lvl1pPr>
            <a:lvl2pPr marL="300060" indent="0">
              <a:buNone/>
              <a:defRPr sz="1838"/>
            </a:lvl2pPr>
            <a:lvl3pPr marL="600121" indent="0">
              <a:buNone/>
              <a:defRPr sz="1575"/>
            </a:lvl3pPr>
            <a:lvl4pPr marL="900181" indent="0">
              <a:buNone/>
              <a:defRPr sz="1313"/>
            </a:lvl4pPr>
            <a:lvl5pPr marL="1200241" indent="0">
              <a:buNone/>
              <a:defRPr sz="1313"/>
            </a:lvl5pPr>
            <a:lvl6pPr marL="1500302" indent="0">
              <a:buNone/>
              <a:defRPr sz="1313"/>
            </a:lvl6pPr>
            <a:lvl7pPr marL="1800362" indent="0">
              <a:buNone/>
              <a:defRPr sz="1313"/>
            </a:lvl7pPr>
            <a:lvl8pPr marL="2100423" indent="0">
              <a:buNone/>
              <a:defRPr sz="1313"/>
            </a:lvl8pPr>
            <a:lvl9pPr marL="2400483" indent="0">
              <a:buNone/>
              <a:defRPr sz="1313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7" y="1350169"/>
            <a:ext cx="2670644" cy="2501355"/>
          </a:xfrm>
        </p:spPr>
        <p:txBody>
          <a:bodyPr/>
          <a:lstStyle>
            <a:lvl1pPr marL="0" indent="0">
              <a:buNone/>
              <a:defRPr sz="1050"/>
            </a:lvl1pPr>
            <a:lvl2pPr marL="300060" indent="0">
              <a:buNone/>
              <a:defRPr sz="919"/>
            </a:lvl2pPr>
            <a:lvl3pPr marL="600121" indent="0">
              <a:buNone/>
              <a:defRPr sz="788"/>
            </a:lvl3pPr>
            <a:lvl4pPr marL="900181" indent="0">
              <a:buNone/>
              <a:defRPr sz="656"/>
            </a:lvl4pPr>
            <a:lvl5pPr marL="1200241" indent="0">
              <a:buNone/>
              <a:defRPr sz="656"/>
            </a:lvl5pPr>
            <a:lvl6pPr marL="1500302" indent="0">
              <a:buNone/>
              <a:defRPr sz="656"/>
            </a:lvl6pPr>
            <a:lvl7pPr marL="1800362" indent="0">
              <a:buNone/>
              <a:defRPr sz="656"/>
            </a:lvl7pPr>
            <a:lvl8pPr marL="2100423" indent="0">
              <a:buNone/>
              <a:defRPr sz="656"/>
            </a:lvl8pPr>
            <a:lvl9pPr marL="2400483" indent="0">
              <a:buNone/>
              <a:defRPr sz="656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49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342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25661" y="239613"/>
            <a:ext cx="1785461" cy="381401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9277" y="239613"/>
            <a:ext cx="5252879" cy="381401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B7F7-79A1-4B6A-BA80-8E8BBE1279CE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374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9278" y="239614"/>
            <a:ext cx="7141845" cy="869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278" y="1198066"/>
            <a:ext cx="7141845" cy="2855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9278" y="4171356"/>
            <a:ext cx="1863090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5B7F7-79A1-4B6A-BA80-8E8BBE1279CE}" type="datetimeFigureOut">
              <a:rPr lang="en-GB" smtClean="0"/>
              <a:t>21/09/2025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2883" y="4171356"/>
            <a:ext cx="2794635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48033" y="4171356"/>
            <a:ext cx="1863090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E2048-EA2C-49DE-9AED-F98995B93B7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07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00121" rtl="0" eaLnBrk="1" latinLnBrk="0" hangingPunct="1">
        <a:lnSpc>
          <a:spcPct val="90000"/>
        </a:lnSpc>
        <a:spcBef>
          <a:spcPct val="0"/>
        </a:spcBef>
        <a:buNone/>
        <a:defRPr sz="28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0030" indent="-150030" algn="l" defTabSz="600121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1838" kern="1200">
          <a:solidFill>
            <a:schemeClr val="tx1"/>
          </a:solidFill>
          <a:latin typeface="+mn-lt"/>
          <a:ea typeface="+mn-ea"/>
          <a:cs typeface="+mn-cs"/>
        </a:defRPr>
      </a:lvl1pPr>
      <a:lvl2pPr marL="450091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750151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3pPr>
      <a:lvl4pPr marL="1050211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4pPr>
      <a:lvl5pPr marL="1350272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5pPr>
      <a:lvl6pPr marL="1650332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6pPr>
      <a:lvl7pPr marL="1950392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7pPr>
      <a:lvl8pPr marL="2250453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8pPr>
      <a:lvl9pPr marL="2550513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300060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2pPr>
      <a:lvl3pPr marL="600121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00181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4pPr>
      <a:lvl5pPr marL="1200241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5pPr>
      <a:lvl6pPr marL="1500302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6pPr>
      <a:lvl7pPr marL="1800362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7pPr>
      <a:lvl8pPr marL="2100423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8pPr>
      <a:lvl9pPr marL="2400483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02D5530F-0251-17B5-57F0-BCC63AA0F37E}"/>
              </a:ext>
            </a:extLst>
          </p:cNvPr>
          <p:cNvSpPr txBox="1"/>
          <p:nvPr/>
        </p:nvSpPr>
        <p:spPr>
          <a:xfrm>
            <a:off x="3449631" y="72874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Prädiktion</a:t>
            </a:r>
            <a:endParaRPr lang="en-GB" sz="24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2BF55B9D-2859-C60F-513C-8527B1FB07D3}"/>
                  </a:ext>
                </a:extLst>
              </p:cNvPr>
              <p:cNvSpPr txBox="1"/>
              <p:nvPr/>
            </p:nvSpPr>
            <p:spPr>
              <a:xfrm>
                <a:off x="986260" y="1599328"/>
                <a:ext cx="101046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2BF55B9D-2859-C60F-513C-8527B1FB0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60" y="1599328"/>
                <a:ext cx="1010469" cy="430887"/>
              </a:xfrm>
              <a:prstGeom prst="rect">
                <a:avLst/>
              </a:prstGeom>
              <a:blipFill>
                <a:blip r:embed="rId2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4EEC3E0-C86C-CDE0-49AC-A2E2AE3C2AF6}"/>
                  </a:ext>
                </a:extLst>
              </p:cNvPr>
              <p:cNvSpPr txBox="1"/>
              <p:nvPr/>
            </p:nvSpPr>
            <p:spPr>
              <a:xfrm>
                <a:off x="2375793" y="1328998"/>
                <a:ext cx="1511953" cy="877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True Negative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700" b="0" i="0" smtClean="0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TN</m:t>
                      </m:r>
                    </m:oMath>
                  </m:oMathPara>
                </a14:m>
                <a:endParaRPr lang="en-GB" sz="17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4EEC3E0-C86C-CDE0-49AC-A2E2AE3C2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793" y="1328998"/>
                <a:ext cx="1511953" cy="877163"/>
              </a:xfrm>
              <a:prstGeom prst="rect">
                <a:avLst/>
              </a:prstGeom>
              <a:blipFill>
                <a:blip r:embed="rId3"/>
                <a:stretch>
                  <a:fillRect l="-2016" r="-12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9F6D2D2-BBC0-04AE-6757-8FD23567C4E0}"/>
                  </a:ext>
                </a:extLst>
              </p:cNvPr>
              <p:cNvSpPr txBox="1"/>
              <p:nvPr/>
            </p:nvSpPr>
            <p:spPr>
              <a:xfrm>
                <a:off x="4555862" y="2409263"/>
                <a:ext cx="1431803" cy="9075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True Positive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700" b="0" i="0" smtClean="0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TP</m:t>
                      </m:r>
                    </m:oMath>
                  </m:oMathPara>
                </a14:m>
                <a:endParaRPr lang="en-GB" sz="17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9F6D2D2-BBC0-04AE-6757-8FD23567C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862" y="2409263"/>
                <a:ext cx="1431803" cy="907556"/>
              </a:xfrm>
              <a:prstGeom prst="rect">
                <a:avLst/>
              </a:prstGeom>
              <a:blipFill>
                <a:blip r:embed="rId4"/>
                <a:stretch>
                  <a:fillRect l="-1702" r="-17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5088C92-23AE-F9A4-B4B5-2710E6FE0FF7}"/>
                  </a:ext>
                </a:extLst>
              </p:cNvPr>
              <p:cNvSpPr txBox="1"/>
              <p:nvPr/>
            </p:nvSpPr>
            <p:spPr>
              <a:xfrm>
                <a:off x="4541435" y="1313801"/>
                <a:ext cx="1460657" cy="9075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Fals</a:t>
                </a:r>
                <a:r>
                  <a:rPr lang="de-DE" sz="1700" dirty="0" err="1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e</a:t>
                </a:r>
                <a:r>
                  <a: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Positive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700" b="0" i="0" smtClean="0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FP</m:t>
                      </m:r>
                    </m:oMath>
                  </m:oMathPara>
                </a14:m>
                <a:endParaRPr lang="en-GB" sz="17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5088C92-23AE-F9A4-B4B5-2710E6FE0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435" y="1313801"/>
                <a:ext cx="1460657" cy="907556"/>
              </a:xfrm>
              <a:prstGeom prst="rect">
                <a:avLst/>
              </a:prstGeom>
              <a:blipFill>
                <a:blip r:embed="rId5"/>
                <a:stretch>
                  <a:fillRect l="-2083" r="-125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102DAADA-865C-ECEC-6B5B-F39BAF99FDF2}"/>
                  </a:ext>
                </a:extLst>
              </p:cNvPr>
              <p:cNvSpPr txBox="1"/>
              <p:nvPr/>
            </p:nvSpPr>
            <p:spPr>
              <a:xfrm>
                <a:off x="2361366" y="2424460"/>
                <a:ext cx="1540807" cy="877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GB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False Negative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700" b="0" i="0" smtClean="0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FN</m:t>
                      </m:r>
                    </m:oMath>
                  </m:oMathPara>
                </a14:m>
                <a:endParaRPr lang="en-GB" sz="17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102DAADA-865C-ECEC-6B5B-F39BAF99F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366" y="2424460"/>
                <a:ext cx="1540807" cy="877163"/>
              </a:xfrm>
              <a:prstGeom prst="rect">
                <a:avLst/>
              </a:prstGeom>
              <a:blipFill>
                <a:blip r:embed="rId6"/>
                <a:stretch>
                  <a:fillRect l="-1581" r="-15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D18646E3-225A-5281-FBC6-D350F7AF0D3E}"/>
              </a:ext>
            </a:extLst>
          </p:cNvPr>
          <p:cNvCxnSpPr>
            <a:cxnSpLocks/>
          </p:cNvCxnSpPr>
          <p:nvPr/>
        </p:nvCxnSpPr>
        <p:spPr>
          <a:xfrm>
            <a:off x="946707" y="1202934"/>
            <a:ext cx="709501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62C9B5A-0184-78CB-20A8-302A62E39D8F}"/>
              </a:ext>
            </a:extLst>
          </p:cNvPr>
          <p:cNvCxnSpPr>
            <a:cxnSpLocks/>
          </p:cNvCxnSpPr>
          <p:nvPr/>
        </p:nvCxnSpPr>
        <p:spPr>
          <a:xfrm>
            <a:off x="1996729" y="751616"/>
            <a:ext cx="0" cy="360772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48EEDCF4-1DCE-6C9B-EFD8-B40D3D0A6B1B}"/>
              </a:ext>
            </a:extLst>
          </p:cNvPr>
          <p:cNvCxnSpPr>
            <a:cxnSpLocks/>
          </p:cNvCxnSpPr>
          <p:nvPr/>
        </p:nvCxnSpPr>
        <p:spPr>
          <a:xfrm>
            <a:off x="4212821" y="751616"/>
            <a:ext cx="0" cy="360772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0870DE63-00B7-F7D9-DA1B-04C2286B33D4}"/>
              </a:ext>
            </a:extLst>
          </p:cNvPr>
          <p:cNvCxnSpPr>
            <a:cxnSpLocks/>
          </p:cNvCxnSpPr>
          <p:nvPr/>
        </p:nvCxnSpPr>
        <p:spPr>
          <a:xfrm>
            <a:off x="946706" y="2322032"/>
            <a:ext cx="709501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BEAC892A-8A37-ABA0-317A-0F04CD7A8FCC}"/>
              </a:ext>
            </a:extLst>
          </p:cNvPr>
          <p:cNvSpPr txBox="1"/>
          <p:nvPr/>
        </p:nvSpPr>
        <p:spPr>
          <a:xfrm rot="16200000">
            <a:off x="-472291" y="2096810"/>
            <a:ext cx="1965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Wahres Label</a:t>
            </a:r>
            <a:endParaRPr lang="en-GB" sz="24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B628455-BCFA-B592-9DEE-C6D7C35F5BDF}"/>
                  </a:ext>
                </a:extLst>
              </p:cNvPr>
              <p:cNvSpPr txBox="1"/>
              <p:nvPr/>
            </p:nvSpPr>
            <p:spPr>
              <a:xfrm>
                <a:off x="986261" y="2647598"/>
                <a:ext cx="101046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B628455-BCFA-B592-9DEE-C6D7C35F5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61" y="2647598"/>
                <a:ext cx="1010469" cy="430887"/>
              </a:xfrm>
              <a:prstGeom prst="rect">
                <a:avLst/>
              </a:prstGeom>
              <a:blipFill>
                <a:blip r:embed="rId7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A1A0EF9E-94EF-C711-AF87-09B522FDF309}"/>
                  </a:ext>
                </a:extLst>
              </p:cNvPr>
              <p:cNvSpPr txBox="1"/>
              <p:nvPr/>
            </p:nvSpPr>
            <p:spPr>
              <a:xfrm>
                <a:off x="2427955" y="726479"/>
                <a:ext cx="140762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22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2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A1A0EF9E-94EF-C711-AF87-09B522FDF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955" y="726479"/>
                <a:ext cx="1407629" cy="430887"/>
              </a:xfrm>
              <a:prstGeom prst="rect">
                <a:avLst/>
              </a:prstGeom>
              <a:blipFill>
                <a:blip r:embed="rId8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141588F-BECF-52FE-17EC-C543F2E477AE}"/>
                  </a:ext>
                </a:extLst>
              </p:cNvPr>
              <p:cNvSpPr txBox="1"/>
              <p:nvPr/>
            </p:nvSpPr>
            <p:spPr>
              <a:xfrm>
                <a:off x="4567949" y="687715"/>
                <a:ext cx="140762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22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2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141588F-BECF-52FE-17EC-C543F2E47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949" y="687715"/>
                <a:ext cx="1407629" cy="430887"/>
              </a:xfrm>
              <a:prstGeom prst="rect">
                <a:avLst/>
              </a:prstGeom>
              <a:blipFill>
                <a:blip r:embed="rId9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9D62252-5FE6-8F24-92D7-56D9790FCA06}"/>
                  </a:ext>
                </a:extLst>
              </p:cNvPr>
              <p:cNvSpPr txBox="1"/>
              <p:nvPr/>
            </p:nvSpPr>
            <p:spPr>
              <a:xfrm>
                <a:off x="6354796" y="1271337"/>
                <a:ext cx="158729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Negative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FP</m:t>
                      </m:r>
                    </m:oMath>
                  </m:oMathPara>
                </a14:m>
                <a:endParaRPr lang="de-DE" dirty="0">
                  <a:solidFill>
                    <a:schemeClr val="bg1">
                      <a:lumMod val="50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9D62252-5FE6-8F24-92D7-56D9790FC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796" y="1271337"/>
                <a:ext cx="1587294" cy="923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D72D702-0BBD-3F9C-743B-1387F5727113}"/>
                  </a:ext>
                </a:extLst>
              </p:cNvPr>
              <p:cNvSpPr txBox="1"/>
              <p:nvPr/>
            </p:nvSpPr>
            <p:spPr>
              <a:xfrm>
                <a:off x="6367620" y="2385314"/>
                <a:ext cx="156164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Positive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FN</m:t>
                      </m:r>
                      <m: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TP</m:t>
                      </m:r>
                    </m:oMath>
                  </m:oMathPara>
                </a14:m>
                <a:endParaRPr lang="de-DE" dirty="0">
                  <a:solidFill>
                    <a:schemeClr val="bg1">
                      <a:lumMod val="50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D72D702-0BBD-3F9C-743B-1387F5727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620" y="2385314"/>
                <a:ext cx="1561646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D8E91B0A-8E7E-338B-C809-C43CC6745943}"/>
                  </a:ext>
                </a:extLst>
              </p:cNvPr>
              <p:cNvSpPr txBox="1"/>
              <p:nvPr/>
            </p:nvSpPr>
            <p:spPr>
              <a:xfrm>
                <a:off x="2107290" y="3436009"/>
                <a:ext cx="20489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Predicted Negative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PN</m:t>
                      </m:r>
                      <m: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de-DE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FN</m:t>
                      </m:r>
                    </m:oMath>
                  </m:oMathPara>
                </a14:m>
                <a:endParaRPr lang="de-DE" dirty="0">
                  <a:solidFill>
                    <a:schemeClr val="bg1">
                      <a:lumMod val="50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D8E91B0A-8E7E-338B-C809-C43CC6745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290" y="3436009"/>
                <a:ext cx="2048959" cy="923330"/>
              </a:xfrm>
              <a:prstGeom prst="rect">
                <a:avLst/>
              </a:prstGeom>
              <a:blipFill>
                <a:blip r:embed="rId12"/>
                <a:stretch>
                  <a:fillRect l="-2679" r="-23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DDAB4D17-5EE6-CFF6-2B76-8556BB477D1C}"/>
                  </a:ext>
                </a:extLst>
              </p:cNvPr>
              <p:cNvSpPr txBox="1"/>
              <p:nvPr/>
            </p:nvSpPr>
            <p:spPr>
              <a:xfrm>
                <a:off x="4289764" y="3444176"/>
                <a:ext cx="196399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P</a:t>
                </a:r>
                <a:r>
                  <a:rPr lang="de-DE" dirty="0" err="1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redicted</a:t>
                </a:r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Positive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PP</m:t>
                      </m:r>
                      <m: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TP</m:t>
                      </m:r>
                      <m: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FP</m:t>
                      </m:r>
                    </m:oMath>
                  </m:oMathPara>
                </a14:m>
                <a:endParaRPr lang="de-DE" dirty="0">
                  <a:solidFill>
                    <a:schemeClr val="bg1">
                      <a:lumMod val="50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DDAB4D17-5EE6-CFF6-2B76-8556BB477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764" y="3444176"/>
                <a:ext cx="1963999" cy="923330"/>
              </a:xfrm>
              <a:prstGeom prst="rect">
                <a:avLst/>
              </a:prstGeom>
              <a:blipFill>
                <a:blip r:embed="rId13"/>
                <a:stretch>
                  <a:fillRect l="-2795" r="-217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9CDE1E5-DF69-35F4-3458-E3C0726CE64F}"/>
              </a:ext>
            </a:extLst>
          </p:cNvPr>
          <p:cNvCxnSpPr>
            <a:cxnSpLocks/>
          </p:cNvCxnSpPr>
          <p:nvPr/>
        </p:nvCxnSpPr>
        <p:spPr>
          <a:xfrm flipV="1">
            <a:off x="946706" y="3436009"/>
            <a:ext cx="7095015" cy="816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5AE70C65-049D-D38D-4FB6-E09B80691E8C}"/>
              </a:ext>
            </a:extLst>
          </p:cNvPr>
          <p:cNvCxnSpPr>
            <a:cxnSpLocks/>
          </p:cNvCxnSpPr>
          <p:nvPr/>
        </p:nvCxnSpPr>
        <p:spPr>
          <a:xfrm>
            <a:off x="6261929" y="751807"/>
            <a:ext cx="0" cy="360772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859F27C-FD9F-AAE8-A7A8-CC9769E6A750}"/>
                  </a:ext>
                </a:extLst>
              </p:cNvPr>
              <p:cNvSpPr txBox="1"/>
              <p:nvPr/>
            </p:nvSpPr>
            <p:spPr>
              <a:xfrm>
                <a:off x="6474860" y="3421995"/>
                <a:ext cx="134716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Total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de-DE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de-DE" dirty="0">
                  <a:solidFill>
                    <a:schemeClr val="bg1">
                      <a:lumMod val="50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859F27C-FD9F-AAE8-A7A8-CC9769E6A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860" y="3421995"/>
                <a:ext cx="1347164" cy="9233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728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63</Words>
  <Application>Microsoft Office PowerPoint</Application>
  <PresentationFormat>Benutzerdefiniert</PresentationFormat>
  <Paragraphs>24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CMU Bright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15</cp:revision>
  <cp:lastPrinted>2023-11-27T14:40:18Z</cp:lastPrinted>
  <dcterms:created xsi:type="dcterms:W3CDTF">2021-05-10T09:28:14Z</dcterms:created>
  <dcterms:modified xsi:type="dcterms:W3CDTF">2025-09-21T08:38:32Z</dcterms:modified>
</cp:coreProperties>
</file>