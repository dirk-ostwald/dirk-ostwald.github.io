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405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80" d="100"/>
          <a:sy n="280" d="100"/>
        </p:scale>
        <p:origin x="61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067" y="589241"/>
            <a:ext cx="513040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1891070"/>
            <a:ext cx="513040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49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72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4" y="897613"/>
            <a:ext cx="5899964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4" y="2409468"/>
            <a:ext cx="5899964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20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958453"/>
            <a:ext cx="2907229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958453"/>
            <a:ext cx="2907229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26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191691"/>
            <a:ext cx="5899964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8" y="882610"/>
            <a:ext cx="289386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8" y="1315164"/>
            <a:ext cx="2893868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2" y="882610"/>
            <a:ext cx="290812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2" y="1315164"/>
            <a:ext cx="290812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18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08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13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40030"/>
            <a:ext cx="220625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518398"/>
            <a:ext cx="346302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080135"/>
            <a:ext cx="220625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43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40030"/>
            <a:ext cx="220625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518398"/>
            <a:ext cx="346302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080135"/>
            <a:ext cx="220625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17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15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191691"/>
            <a:ext cx="1474991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7" y="191691"/>
            <a:ext cx="4339466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78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191691"/>
            <a:ext cx="5899964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958453"/>
            <a:ext cx="5899964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3337084"/>
            <a:ext cx="153912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B7F7-79A1-4B6A-BA80-8E8BBE1279CE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337084"/>
            <a:ext cx="230868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3337084"/>
            <a:ext cx="153912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27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49A9B-8757-97F3-62EA-AE2B84D00685}"/>
              </a:ext>
            </a:extLst>
          </p:cNvPr>
          <p:cNvGrpSpPr/>
          <p:nvPr/>
        </p:nvGrpSpPr>
        <p:grpSpPr>
          <a:xfrm>
            <a:off x="263291" y="81133"/>
            <a:ext cx="6313956" cy="3438184"/>
            <a:chOff x="417782" y="201786"/>
            <a:chExt cx="6313956" cy="3438184"/>
          </a:xfrm>
        </p:grpSpPr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C1BD70CE-0452-4F0E-8D7F-64B169003EAF}"/>
                </a:ext>
              </a:extLst>
            </p:cNvPr>
            <p:cNvSpPr txBox="1"/>
            <p:nvPr/>
          </p:nvSpPr>
          <p:spPr>
            <a:xfrm rot="16200000">
              <a:off x="-799295" y="1715008"/>
              <a:ext cx="31420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Wahrer, aber unbekannter, Parameter</a:t>
              </a:r>
              <a:endParaRPr lang="en-GB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A5927247-8701-46DC-8446-4AE5E5ED710B}"/>
                </a:ext>
              </a:extLst>
            </p:cNvPr>
            <p:cNvSpPr txBox="1"/>
            <p:nvPr/>
          </p:nvSpPr>
          <p:spPr>
            <a:xfrm>
              <a:off x="2501578" y="201786"/>
              <a:ext cx="22974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Testentscheidung</a:t>
              </a:r>
              <a:endParaRPr lang="en-GB" sz="2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9C1D9028-C409-4C72-B5DD-2C219F523211}"/>
                    </a:ext>
                  </a:extLst>
                </p:cNvPr>
                <p:cNvSpPr txBox="1"/>
                <p:nvPr/>
              </p:nvSpPr>
              <p:spPr>
                <a:xfrm>
                  <a:off x="1463454" y="1685642"/>
                  <a:ext cx="106349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20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200"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9C1D9028-C409-4C72-B5DD-2C219F523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454" y="1685642"/>
                  <a:ext cx="1063496" cy="430887"/>
                </a:xfrm>
                <a:prstGeom prst="rect">
                  <a:avLst/>
                </a:prstGeom>
                <a:blipFill>
                  <a:blip r:embed="rId2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67A8428-5DD4-49AD-B80B-A2F9EC92484B}"/>
                    </a:ext>
                  </a:extLst>
                </p:cNvPr>
                <p:cNvSpPr txBox="1"/>
                <p:nvPr/>
              </p:nvSpPr>
              <p:spPr>
                <a:xfrm>
                  <a:off x="1429895" y="2774586"/>
                  <a:ext cx="105695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20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20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67A8428-5DD4-49AD-B80B-A2F9EC924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9895" y="2774586"/>
                  <a:ext cx="1056956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B5C7FEB6-78DD-41F6-91C6-1F61B3368822}"/>
                    </a:ext>
                  </a:extLst>
                </p:cNvPr>
                <p:cNvSpPr txBox="1"/>
                <p:nvPr/>
              </p:nvSpPr>
              <p:spPr>
                <a:xfrm>
                  <a:off x="2920741" y="825371"/>
                  <a:ext cx="136550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20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2200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B5C7FEB6-78DD-41F6-91C6-1F61B3368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741" y="825371"/>
                  <a:ext cx="136550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571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DD190C2A-81B4-4DC8-9B9A-DBFE0A348738}"/>
                    </a:ext>
                  </a:extLst>
                </p:cNvPr>
                <p:cNvSpPr txBox="1"/>
                <p:nvPr/>
              </p:nvSpPr>
              <p:spPr>
                <a:xfrm>
                  <a:off x="5049431" y="821621"/>
                  <a:ext cx="136550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20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GB" sz="2200" dirty="0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DD190C2A-81B4-4DC8-9B9A-DBFE0A348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9431" y="821621"/>
                  <a:ext cx="1365502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1408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8B9A570-105C-4A56-8668-8D02CCBC6A90}"/>
                </a:ext>
              </a:extLst>
            </p:cNvPr>
            <p:cNvSpPr txBox="1"/>
            <p:nvPr/>
          </p:nvSpPr>
          <p:spPr>
            <a:xfrm>
              <a:off x="2911059" y="1577920"/>
              <a:ext cx="1412566" cy="612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Richtige </a:t>
              </a:r>
            </a:p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Entscheidung</a:t>
              </a:r>
              <a:endParaRPr lang="en-GB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6744AE6D-18BF-45AA-A488-F66BFEB79D79}"/>
                </a:ext>
              </a:extLst>
            </p:cNvPr>
            <p:cNvSpPr txBox="1"/>
            <p:nvPr/>
          </p:nvSpPr>
          <p:spPr>
            <a:xfrm>
              <a:off x="5039749" y="2666864"/>
              <a:ext cx="1412566" cy="612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Richtige </a:t>
              </a:r>
            </a:p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Entscheidung</a:t>
              </a:r>
              <a:endParaRPr lang="en-GB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8AC98A9-F3D9-4B90-9B0D-85173A0E5CF8}"/>
                </a:ext>
              </a:extLst>
            </p:cNvPr>
            <p:cNvSpPr txBox="1"/>
            <p:nvPr/>
          </p:nvSpPr>
          <p:spPr>
            <a:xfrm>
              <a:off x="5084633" y="1716419"/>
              <a:ext cx="1322798" cy="352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Typ I Fehler</a:t>
              </a:r>
              <a:endParaRPr lang="en-GB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F14EEF5-0E3D-494C-AD00-F04D8A2C03B2}"/>
                </a:ext>
              </a:extLst>
            </p:cNvPr>
            <p:cNvSpPr txBox="1"/>
            <p:nvPr/>
          </p:nvSpPr>
          <p:spPr>
            <a:xfrm>
              <a:off x="2927089" y="2805363"/>
              <a:ext cx="1380506" cy="352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Typ II Fehler</a:t>
              </a:r>
              <a:endParaRPr lang="en-GB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8564FF1F-A355-4014-8354-4C966777D73D}"/>
                </a:ext>
              </a:extLst>
            </p:cNvPr>
            <p:cNvCxnSpPr>
              <a:cxnSpLocks/>
            </p:cNvCxnSpPr>
            <p:nvPr/>
          </p:nvCxnSpPr>
          <p:spPr>
            <a:xfrm>
              <a:off x="1488619" y="1325572"/>
              <a:ext cx="5243119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96C4720E-D261-43DB-9C3F-24AF69FECE65}"/>
                </a:ext>
              </a:extLst>
            </p:cNvPr>
            <p:cNvCxnSpPr>
              <a:cxnSpLocks/>
            </p:cNvCxnSpPr>
            <p:nvPr/>
          </p:nvCxnSpPr>
          <p:spPr>
            <a:xfrm>
              <a:off x="2538641" y="874254"/>
              <a:ext cx="0" cy="250855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E499395-4867-401B-939A-0FEE7753DC62}"/>
                </a:ext>
              </a:extLst>
            </p:cNvPr>
            <p:cNvCxnSpPr>
              <a:cxnSpLocks/>
            </p:cNvCxnSpPr>
            <p:nvPr/>
          </p:nvCxnSpPr>
          <p:spPr>
            <a:xfrm>
              <a:off x="4754733" y="874254"/>
              <a:ext cx="0" cy="250855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C88AB75B-568A-4851-B3C0-4AA184F1D506}"/>
                </a:ext>
              </a:extLst>
            </p:cNvPr>
            <p:cNvCxnSpPr>
              <a:cxnSpLocks/>
            </p:cNvCxnSpPr>
            <p:nvPr/>
          </p:nvCxnSpPr>
          <p:spPr>
            <a:xfrm>
              <a:off x="1488618" y="2474165"/>
              <a:ext cx="5243119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575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31</Words>
  <Application>Microsoft Office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 2013 – 2022-Design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6</cp:revision>
  <dcterms:created xsi:type="dcterms:W3CDTF">2021-05-10T09:28:14Z</dcterms:created>
  <dcterms:modified xsi:type="dcterms:W3CDTF">2025-06-25T07:35:05Z</dcterms:modified>
</cp:coreProperties>
</file>