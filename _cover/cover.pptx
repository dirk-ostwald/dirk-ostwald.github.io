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439863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8DB3"/>
    <a:srgbClr val="2184A7"/>
    <a:srgbClr val="2596BE"/>
    <a:srgbClr val="0D6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64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5454" y="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990" y="235644"/>
            <a:ext cx="1223884" cy="501286"/>
          </a:xfrm>
        </p:spPr>
        <p:txBody>
          <a:bodyPr anchor="b"/>
          <a:lstStyle>
            <a:lvl1pPr algn="ctr">
              <a:defRPr sz="9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3" y="756262"/>
            <a:ext cx="1079897" cy="347633"/>
          </a:xfrm>
        </p:spPr>
        <p:txBody>
          <a:bodyPr/>
          <a:lstStyle>
            <a:lvl1pPr marL="0" indent="0" algn="ctr">
              <a:buNone/>
              <a:defRPr sz="378"/>
            </a:lvl1pPr>
            <a:lvl2pPr marL="72009" indent="0" algn="ctr">
              <a:buNone/>
              <a:defRPr sz="315"/>
            </a:lvl2pPr>
            <a:lvl3pPr marL="144018" indent="0" algn="ctr">
              <a:buNone/>
              <a:defRPr sz="284"/>
            </a:lvl3pPr>
            <a:lvl4pPr marL="216027" indent="0" algn="ctr">
              <a:buNone/>
              <a:defRPr sz="252"/>
            </a:lvl4pPr>
            <a:lvl5pPr marL="288036" indent="0" algn="ctr">
              <a:buNone/>
              <a:defRPr sz="252"/>
            </a:lvl5pPr>
            <a:lvl6pPr marL="360045" indent="0" algn="ctr">
              <a:buNone/>
              <a:defRPr sz="252"/>
            </a:lvl6pPr>
            <a:lvl7pPr marL="432054" indent="0" algn="ctr">
              <a:buNone/>
              <a:defRPr sz="252"/>
            </a:lvl7pPr>
            <a:lvl8pPr marL="504063" indent="0" algn="ctr">
              <a:buNone/>
              <a:defRPr sz="252"/>
            </a:lvl8pPr>
            <a:lvl9pPr marL="576072" indent="0" algn="ctr">
              <a:buNone/>
              <a:defRPr sz="25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66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309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41" y="358966"/>
            <a:ext cx="1241882" cy="598943"/>
          </a:xfrm>
        </p:spPr>
        <p:txBody>
          <a:bodyPr anchor="b"/>
          <a:lstStyle>
            <a:lvl1pPr>
              <a:defRPr sz="94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41" y="963575"/>
            <a:ext cx="1241882" cy="314970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2009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4018" indent="0">
              <a:buNone/>
              <a:defRPr sz="284">
                <a:solidFill>
                  <a:schemeClr val="tx1">
                    <a:tint val="82000"/>
                  </a:schemeClr>
                </a:solidFill>
              </a:defRPr>
            </a:lvl3pPr>
            <a:lvl4pPr marL="216027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803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60045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2054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406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6072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26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90" y="383297"/>
            <a:ext cx="611942" cy="913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931" y="383297"/>
            <a:ext cx="611942" cy="9135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02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76660"/>
            <a:ext cx="1241882" cy="27830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79" y="352967"/>
            <a:ext cx="609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79" y="525950"/>
            <a:ext cx="609129" cy="7735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931" y="352967"/>
            <a:ext cx="612129" cy="172983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2009" indent="0">
              <a:buNone/>
              <a:defRPr sz="315" b="1"/>
            </a:lvl2pPr>
            <a:lvl3pPr marL="144018" indent="0">
              <a:buNone/>
              <a:defRPr sz="284" b="1"/>
            </a:lvl3pPr>
            <a:lvl4pPr marL="216027" indent="0">
              <a:buNone/>
              <a:defRPr sz="252" b="1"/>
            </a:lvl4pPr>
            <a:lvl5pPr marL="288036" indent="0">
              <a:buNone/>
              <a:defRPr sz="252" b="1"/>
            </a:lvl5pPr>
            <a:lvl6pPr marL="360045" indent="0">
              <a:buNone/>
              <a:defRPr sz="252" b="1"/>
            </a:lvl6pPr>
            <a:lvl7pPr marL="432054" indent="0">
              <a:buNone/>
              <a:defRPr sz="252" b="1"/>
            </a:lvl7pPr>
            <a:lvl8pPr marL="504063" indent="0">
              <a:buNone/>
              <a:defRPr sz="252" b="1"/>
            </a:lvl8pPr>
            <a:lvl9pPr marL="576072" indent="0">
              <a:buNone/>
              <a:defRPr sz="25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931" y="525950"/>
            <a:ext cx="612129" cy="7735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136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73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923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29" y="207314"/>
            <a:ext cx="728931" cy="1023236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189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78" y="95991"/>
            <a:ext cx="464393" cy="335968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29" y="207314"/>
            <a:ext cx="728931" cy="1023236"/>
          </a:xfrm>
        </p:spPr>
        <p:txBody>
          <a:bodyPr anchor="t"/>
          <a:lstStyle>
            <a:lvl1pPr marL="0" indent="0">
              <a:buNone/>
              <a:defRPr sz="504"/>
            </a:lvl1pPr>
            <a:lvl2pPr marL="72009" indent="0">
              <a:buNone/>
              <a:defRPr sz="441"/>
            </a:lvl2pPr>
            <a:lvl3pPr marL="144018" indent="0">
              <a:buNone/>
              <a:defRPr sz="378"/>
            </a:lvl3pPr>
            <a:lvl4pPr marL="216027" indent="0">
              <a:buNone/>
              <a:defRPr sz="315"/>
            </a:lvl4pPr>
            <a:lvl5pPr marL="288036" indent="0">
              <a:buNone/>
              <a:defRPr sz="315"/>
            </a:lvl5pPr>
            <a:lvl6pPr marL="360045" indent="0">
              <a:buNone/>
              <a:defRPr sz="315"/>
            </a:lvl6pPr>
            <a:lvl7pPr marL="432054" indent="0">
              <a:buNone/>
              <a:defRPr sz="315"/>
            </a:lvl7pPr>
            <a:lvl8pPr marL="504063" indent="0">
              <a:buNone/>
              <a:defRPr sz="315"/>
            </a:lvl8pPr>
            <a:lvl9pPr marL="576072" indent="0">
              <a:buNone/>
              <a:defRPr sz="31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78" y="431959"/>
            <a:ext cx="464393" cy="800257"/>
          </a:xfrm>
        </p:spPr>
        <p:txBody>
          <a:bodyPr/>
          <a:lstStyle>
            <a:lvl1pPr marL="0" indent="0">
              <a:buNone/>
              <a:defRPr sz="252"/>
            </a:lvl1pPr>
            <a:lvl2pPr marL="72009" indent="0">
              <a:buNone/>
              <a:defRPr sz="221"/>
            </a:lvl2pPr>
            <a:lvl3pPr marL="144018" indent="0">
              <a:buNone/>
              <a:defRPr sz="189"/>
            </a:lvl3pPr>
            <a:lvl4pPr marL="216027" indent="0">
              <a:buNone/>
              <a:defRPr sz="158"/>
            </a:lvl4pPr>
            <a:lvl5pPr marL="288036" indent="0">
              <a:buNone/>
              <a:defRPr sz="158"/>
            </a:lvl5pPr>
            <a:lvl6pPr marL="360045" indent="0">
              <a:buNone/>
              <a:defRPr sz="158"/>
            </a:lvl6pPr>
            <a:lvl7pPr marL="432054" indent="0">
              <a:buNone/>
              <a:defRPr sz="158"/>
            </a:lvl7pPr>
            <a:lvl8pPr marL="504063" indent="0">
              <a:buNone/>
              <a:defRPr sz="158"/>
            </a:lvl8pPr>
            <a:lvl9pPr marL="576072" indent="0">
              <a:buNone/>
              <a:defRPr sz="15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00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8358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402" y="76660"/>
            <a:ext cx="310470" cy="12202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91" y="76660"/>
            <a:ext cx="913413" cy="12202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092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91" y="76660"/>
            <a:ext cx="1241882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91" y="383297"/>
            <a:ext cx="1241882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91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D4577-C9D9-4E8E-AB15-06E6A2BAB972}" type="datetimeFigureOut">
              <a:rPr lang="de-DE" smtClean="0"/>
              <a:t>12.09.2025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955" y="1334540"/>
            <a:ext cx="485954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903" y="1334540"/>
            <a:ext cx="32396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5DCA2-173A-4EE5-B713-18FD42AA71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4018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5" indent="-36005" algn="l" defTabSz="144018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8014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80023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2032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324041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96050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68059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40068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612077" indent="-36005" algn="l" defTabSz="144018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1pPr>
      <a:lvl2pPr marL="72009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3pPr>
      <a:lvl4pPr marL="216027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" algn="l" defTabSz="144018" rtl="0" eaLnBrk="1" latinLnBrk="0" hangingPunct="1">
        <a:defRPr sz="2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E4D8F9F-690B-E606-85D9-91FBC63EFF2D}"/>
              </a:ext>
            </a:extLst>
          </p:cNvPr>
          <p:cNvGrpSpPr/>
          <p:nvPr/>
        </p:nvGrpSpPr>
        <p:grpSpPr>
          <a:xfrm>
            <a:off x="139391" y="161514"/>
            <a:ext cx="1159651" cy="1240578"/>
            <a:chOff x="4548467" y="2232211"/>
            <a:chExt cx="1449885" cy="15510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7BC66D2B-5321-DCDC-3552-06A5CFD85630}"/>
                    </a:ext>
                  </a:extLst>
                </p:cNvPr>
                <p:cNvSpPr txBox="1"/>
                <p:nvPr/>
              </p:nvSpPr>
              <p:spPr>
                <a:xfrm>
                  <a:off x="4548467" y="2232211"/>
                  <a:ext cx="1112329" cy="1354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de-DE" sz="7038">
                            <a:solidFill>
                              <a:schemeClr val="bg1">
                                <a:lumMod val="85000"/>
                              </a:schemeClr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Ψ</m:t>
                        </m:r>
                      </m:oMath>
                    </m:oMathPara>
                  </a14:m>
                  <a:endParaRPr lang="de-DE" sz="7038" dirty="0">
                    <a:solidFill>
                      <a:schemeClr val="bg1">
                        <a:lumMod val="8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4" name="Textfeld 3">
                  <a:extLst>
                    <a:ext uri="{FF2B5EF4-FFF2-40B4-BE49-F238E27FC236}">
                      <a16:creationId xmlns:a16="http://schemas.microsoft.com/office/drawing/2014/main" id="{7BC66D2B-5321-DCDC-3552-06A5CFD85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8467" y="2232211"/>
                  <a:ext cx="1112329" cy="13541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5F8CA05C-A6A3-F765-4590-F79C18EEF5F1}"/>
                    </a:ext>
                  </a:extLst>
                </p:cNvPr>
                <p:cNvSpPr txBox="1"/>
                <p:nvPr/>
              </p:nvSpPr>
              <p:spPr>
                <a:xfrm>
                  <a:off x="4990240" y="2429161"/>
                  <a:ext cx="1008112" cy="13541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7038" i="1" smtClean="0">
                            <a:solidFill>
                              <a:srgbClr val="238DB3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ℙ</m:t>
                        </m:r>
                      </m:oMath>
                    </m:oMathPara>
                  </a14:m>
                  <a:endParaRPr lang="de-DE" sz="7038" dirty="0">
                    <a:solidFill>
                      <a:srgbClr val="238DB3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>
            <p:sp>
              <p:nvSpPr>
                <p:cNvPr id="5" name="Textfeld 4">
                  <a:extLst>
                    <a:ext uri="{FF2B5EF4-FFF2-40B4-BE49-F238E27FC236}">
                      <a16:creationId xmlns:a16="http://schemas.microsoft.com/office/drawing/2014/main" id="{5F8CA05C-A6A3-F765-4590-F79C18EEF5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0240" y="2429161"/>
                  <a:ext cx="1008112" cy="13541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8245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</Words>
  <Application>Microsoft Office PowerPoint</Application>
  <PresentationFormat>Benutzerdefiniert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4</cp:revision>
  <dcterms:created xsi:type="dcterms:W3CDTF">2025-09-12T07:11:04Z</dcterms:created>
  <dcterms:modified xsi:type="dcterms:W3CDTF">2025-09-12T07:40:00Z</dcterms:modified>
</cp:coreProperties>
</file>