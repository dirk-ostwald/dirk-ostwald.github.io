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17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589241"/>
            <a:ext cx="68580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891070"/>
            <a:ext cx="68580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91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16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897613"/>
            <a:ext cx="788670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09468"/>
            <a:ext cx="788670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04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58453"/>
            <a:ext cx="3886200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58453"/>
            <a:ext cx="3886200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557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91691"/>
            <a:ext cx="7886700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82610"/>
            <a:ext cx="386834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315164"/>
            <a:ext cx="386834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82610"/>
            <a:ext cx="388739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315164"/>
            <a:ext cx="3887391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27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55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8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0030"/>
            <a:ext cx="294917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18398"/>
            <a:ext cx="462915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80135"/>
            <a:ext cx="294917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79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0030"/>
            <a:ext cx="294917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18398"/>
            <a:ext cx="462915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80135"/>
            <a:ext cx="294917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29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79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91691"/>
            <a:ext cx="1971675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91691"/>
            <a:ext cx="580072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27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91691"/>
            <a:ext cx="788670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58453"/>
            <a:ext cx="788670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3337084"/>
            <a:ext cx="20574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B40C0-1A14-4D84-B621-22CD04647534}" type="datetimeFigureOut">
              <a:rPr lang="de-DE" smtClean="0"/>
              <a:t>04.09.2025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3337084"/>
            <a:ext cx="30861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3337084"/>
            <a:ext cx="20574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51CBD-E4F5-4FA3-8377-869C60D591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66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05A4DF8B-50E9-B411-96D9-B58F3425A7CE}"/>
              </a:ext>
            </a:extLst>
          </p:cNvPr>
          <p:cNvSpPr txBox="1"/>
          <p:nvPr/>
        </p:nvSpPr>
        <p:spPr>
          <a:xfrm>
            <a:off x="132803" y="274857"/>
            <a:ext cx="224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Binäres Datenformat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A3856D7-FAB8-47DB-4874-32887C6EDB1C}"/>
              </a:ext>
            </a:extLst>
          </p:cNvPr>
          <p:cNvSpPr txBox="1"/>
          <p:nvPr/>
        </p:nvSpPr>
        <p:spPr>
          <a:xfrm>
            <a:off x="4566801" y="274857"/>
            <a:ext cx="2488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Textuelles Datenformat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4CEBE30-5AC9-8A10-67AD-8B3895CD4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8" y="743562"/>
            <a:ext cx="4309446" cy="241036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91ED332-D570-FE37-C670-1DE766651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5" y="744153"/>
            <a:ext cx="4247333" cy="240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9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3</cp:revision>
  <dcterms:created xsi:type="dcterms:W3CDTF">2025-09-03T11:30:52Z</dcterms:created>
  <dcterms:modified xsi:type="dcterms:W3CDTF">2025-09-04T04:59:18Z</dcterms:modified>
</cp:coreProperties>
</file>