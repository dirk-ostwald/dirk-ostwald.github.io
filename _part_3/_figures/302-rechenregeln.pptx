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7920038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125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942577"/>
            <a:ext cx="6732032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025045"/>
            <a:ext cx="5940029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3548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274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435864"/>
            <a:ext cx="6831033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3854300"/>
            <a:ext cx="6831033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127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533187"/>
            <a:ext cx="3366016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533187"/>
            <a:ext cx="3366016" cy="36543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440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06639"/>
            <a:ext cx="6831033" cy="1113227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411865"/>
            <a:ext cx="335054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103799"/>
            <a:ext cx="3350547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411865"/>
            <a:ext cx="336704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103799"/>
            <a:ext cx="3367048" cy="309437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323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9022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9883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829256"/>
            <a:ext cx="4009519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1782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83963"/>
            <a:ext cx="2554418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829256"/>
            <a:ext cx="4009519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727835"/>
            <a:ext cx="2554418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842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525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06637"/>
            <a:ext cx="1707758" cy="488086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06637"/>
            <a:ext cx="5024274" cy="488086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8524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06639"/>
            <a:ext cx="6831033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533187"/>
            <a:ext cx="6831033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F5E58B-0160-4D99-B25B-345C1877E569}" type="datetimeFigureOut">
              <a:rPr lang="de-DE" smtClean="0"/>
              <a:t>05.11.2024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338158"/>
            <a:ext cx="2673013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338158"/>
            <a:ext cx="1782009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2BE50-C2CD-44CB-A86D-214E3E7976E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2203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hteck 29">
            <a:extLst>
              <a:ext uri="{FF2B5EF4-FFF2-40B4-BE49-F238E27FC236}">
                <a16:creationId xmlns:a16="http://schemas.microsoft.com/office/drawing/2014/main" id="{82224F77-3D8A-5A1F-254B-BB6DD00D6640}"/>
              </a:ext>
            </a:extLst>
          </p:cNvPr>
          <p:cNvSpPr/>
          <p:nvPr/>
        </p:nvSpPr>
        <p:spPr>
          <a:xfrm>
            <a:off x="4310864" y="3487191"/>
            <a:ext cx="3060581" cy="1718922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0542FD95-598B-6C4B-0858-CD6B0AA3F407}"/>
                  </a:ext>
                </a:extLst>
              </p:cNvPr>
              <p:cNvSpPr txBox="1"/>
              <p:nvPr/>
            </p:nvSpPr>
            <p:spPr>
              <a:xfrm>
                <a:off x="972758" y="434999"/>
                <a:ext cx="184794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0542FD95-598B-6C4B-0858-CD6B0AA3F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758" y="434999"/>
                <a:ext cx="1847942" cy="276999"/>
              </a:xfrm>
              <a:prstGeom prst="rect">
                <a:avLst/>
              </a:prstGeom>
              <a:blipFill>
                <a:blip r:embed="rId2"/>
                <a:stretch>
                  <a:fillRect l="-2970" t="-2174" r="-4620" b="-326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56AA546-98CA-5C85-01B4-BBC4225C36F6}"/>
                  </a:ext>
                </a:extLst>
              </p:cNvPr>
              <p:cNvSpPr txBox="1"/>
              <p:nvPr/>
            </p:nvSpPr>
            <p:spPr>
              <a:xfrm>
                <a:off x="4693339" y="434999"/>
                <a:ext cx="22956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C56AA546-98CA-5C85-01B4-BBC4225C3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3339" y="434999"/>
                <a:ext cx="2295628" cy="276999"/>
              </a:xfrm>
              <a:prstGeom prst="rect">
                <a:avLst/>
              </a:prstGeom>
              <a:blipFill>
                <a:blip r:embed="rId3"/>
                <a:stretch>
                  <a:fillRect l="-2128" t="-2174" r="-3457" b="-326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9222A88-FF23-01BB-796C-F9044E41C91E}"/>
                  </a:ext>
                </a:extLst>
              </p:cNvPr>
              <p:cNvSpPr txBox="1"/>
              <p:nvPr/>
            </p:nvSpPr>
            <p:spPr>
              <a:xfrm>
                <a:off x="389355" y="3024975"/>
                <a:ext cx="306058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∩</m:t>
                          </m:r>
                          <m:sSup>
                            <m:sSupPr>
                              <m:ctrlPr>
                                <a:rPr lang="de-D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de-DE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p>
                          </m:sSup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9222A88-FF23-01BB-796C-F9044E41C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355" y="3024975"/>
                <a:ext cx="3060581" cy="276999"/>
              </a:xfrm>
              <a:prstGeom prst="rect">
                <a:avLst/>
              </a:prstGeom>
              <a:blipFill>
                <a:blip r:embed="rId4"/>
                <a:stretch>
                  <a:fillRect l="-1594" t="-2174" r="-2390" b="-3260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3CC8927-A810-6433-DA66-78DA3B1C356D}"/>
                  </a:ext>
                </a:extLst>
              </p:cNvPr>
              <p:cNvSpPr txBox="1"/>
              <p:nvPr/>
            </p:nvSpPr>
            <p:spPr>
              <a:xfrm>
                <a:off x="3967341" y="3028788"/>
                <a:ext cx="374762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d>
                        <m:d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de-DE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D3CC8927-A810-6433-DA66-78DA3B1C3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341" y="3028788"/>
                <a:ext cx="3747629" cy="276999"/>
              </a:xfrm>
              <a:prstGeom prst="rect">
                <a:avLst/>
              </a:prstGeom>
              <a:blipFill>
                <a:blip r:embed="rId5"/>
                <a:stretch>
                  <a:fillRect l="-1138" t="-2222" r="-1789" b="-3555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6356F4B1-9724-0DB6-84CC-3A31520274E7}"/>
              </a:ext>
            </a:extLst>
          </p:cNvPr>
          <p:cNvSpPr/>
          <p:nvPr/>
        </p:nvSpPr>
        <p:spPr>
          <a:xfrm>
            <a:off x="366439" y="838038"/>
            <a:ext cx="3060581" cy="171892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D593640-3571-6ABB-5F67-B3FF49C7A263}"/>
              </a:ext>
            </a:extLst>
          </p:cNvPr>
          <p:cNvSpPr/>
          <p:nvPr/>
        </p:nvSpPr>
        <p:spPr>
          <a:xfrm>
            <a:off x="4310863" y="831497"/>
            <a:ext cx="3060581" cy="1718922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715B2CB-AC23-77CF-8F58-DEBABBE17484}"/>
                  </a:ext>
                </a:extLst>
              </p:cNvPr>
              <p:cNvSpPr/>
              <p:nvPr/>
            </p:nvSpPr>
            <p:spPr>
              <a:xfrm>
                <a:off x="630981" y="1182958"/>
                <a:ext cx="1022350" cy="1022350"/>
              </a:xfrm>
              <a:prstGeom prst="ellipse">
                <a:avLst/>
              </a:pr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6715B2CB-AC23-77CF-8F58-DEBABBE174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81" y="1182958"/>
                <a:ext cx="1022350" cy="1022350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CDFDEBC-FCD9-81E0-FD41-8A5032B3276C}"/>
                  </a:ext>
                </a:extLst>
              </p:cNvPr>
              <p:cNvSpPr txBox="1"/>
              <p:nvPr/>
            </p:nvSpPr>
            <p:spPr>
              <a:xfrm>
                <a:off x="1837421" y="1509467"/>
                <a:ext cx="13120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de-DE" i="1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  <m:r>
                        <a:rPr lang="de-DE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BCDFDEBC-FCD9-81E0-FD41-8A5032B32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421" y="1509467"/>
                <a:ext cx="1312026" cy="369332"/>
              </a:xfrm>
              <a:prstGeom prst="rect">
                <a:avLst/>
              </a:prstGeom>
              <a:blipFill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Ellipse 11">
            <a:extLst>
              <a:ext uri="{FF2B5EF4-FFF2-40B4-BE49-F238E27FC236}">
                <a16:creationId xmlns:a16="http://schemas.microsoft.com/office/drawing/2014/main" id="{C68448D0-9EE1-344C-8E86-63CC490A842B}"/>
              </a:ext>
            </a:extLst>
          </p:cNvPr>
          <p:cNvSpPr/>
          <p:nvPr/>
        </p:nvSpPr>
        <p:spPr>
          <a:xfrm>
            <a:off x="5101381" y="951183"/>
            <a:ext cx="1479550" cy="1479550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72F26662-036B-3F2F-0813-319E28DBF1AD}"/>
              </a:ext>
            </a:extLst>
          </p:cNvPr>
          <p:cNvSpPr/>
          <p:nvPr/>
        </p:nvSpPr>
        <p:spPr>
          <a:xfrm>
            <a:off x="5101381" y="1165535"/>
            <a:ext cx="1057196" cy="105719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E8A36C5-B6AC-71B4-8D45-B2ABCC6B75F1}"/>
                  </a:ext>
                </a:extLst>
              </p:cNvPr>
              <p:cNvSpPr txBox="1"/>
              <p:nvPr/>
            </p:nvSpPr>
            <p:spPr>
              <a:xfrm>
                <a:off x="5512862" y="1506292"/>
                <a:ext cx="4571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            </m:t>
                      </m:r>
                      <m:r>
                        <a:rPr lang="de-DE" i="1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5E8A36C5-B6AC-71B4-8D45-B2ABCC6B7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62" y="1506292"/>
                <a:ext cx="45719" cy="369332"/>
              </a:xfrm>
              <a:prstGeom prst="rect">
                <a:avLst/>
              </a:prstGeom>
              <a:blipFill>
                <a:blip r:embed="rId8"/>
                <a:stretch>
                  <a:fillRect l="-112500" r="-19875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0A06A55D-D19B-6444-9E0A-5D67B8AA2653}"/>
              </a:ext>
            </a:extLst>
          </p:cNvPr>
          <p:cNvSpPr/>
          <p:nvPr/>
        </p:nvSpPr>
        <p:spPr>
          <a:xfrm>
            <a:off x="366439" y="3487191"/>
            <a:ext cx="3060581" cy="1718922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68F2E55-BB37-523E-3FF2-2950263CC0AB}"/>
                  </a:ext>
                </a:extLst>
              </p:cNvPr>
              <p:cNvSpPr/>
              <p:nvPr/>
            </p:nvSpPr>
            <p:spPr>
              <a:xfrm>
                <a:off x="1666031" y="3885106"/>
                <a:ext cx="469840" cy="996506"/>
              </a:xfrm>
              <a:custGeom>
                <a:avLst/>
                <a:gdLst>
                  <a:gd name="connsiteX0" fmla="*/ 234920 w 469840"/>
                  <a:gd name="connsiteY0" fmla="*/ 0 h 996506"/>
                  <a:gd name="connsiteX1" fmla="*/ 278273 w 469840"/>
                  <a:gd name="connsiteY1" fmla="*/ 35770 h 996506"/>
                  <a:gd name="connsiteX2" fmla="*/ 469840 w 469840"/>
                  <a:gd name="connsiteY2" fmla="*/ 498253 h 996506"/>
                  <a:gd name="connsiteX3" fmla="*/ 278273 w 469840"/>
                  <a:gd name="connsiteY3" fmla="*/ 960736 h 996506"/>
                  <a:gd name="connsiteX4" fmla="*/ 234920 w 469840"/>
                  <a:gd name="connsiteY4" fmla="*/ 996506 h 996506"/>
                  <a:gd name="connsiteX5" fmla="*/ 191567 w 469840"/>
                  <a:gd name="connsiteY5" fmla="*/ 960736 h 996506"/>
                  <a:gd name="connsiteX6" fmla="*/ 0 w 469840"/>
                  <a:gd name="connsiteY6" fmla="*/ 498253 h 996506"/>
                  <a:gd name="connsiteX7" fmla="*/ 191567 w 469840"/>
                  <a:gd name="connsiteY7" fmla="*/ 35770 h 996506"/>
                  <a:gd name="connsiteX8" fmla="*/ 234920 w 469840"/>
                  <a:gd name="connsiteY8" fmla="*/ 0 h 99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840" h="996506">
                    <a:moveTo>
                      <a:pt x="234920" y="0"/>
                    </a:moveTo>
                    <a:lnTo>
                      <a:pt x="278273" y="35770"/>
                    </a:lnTo>
                    <a:cubicBezTo>
                      <a:pt x="396633" y="154130"/>
                      <a:pt x="469840" y="317642"/>
                      <a:pt x="469840" y="498253"/>
                    </a:cubicBezTo>
                    <a:cubicBezTo>
                      <a:pt x="469840" y="678864"/>
                      <a:pt x="396633" y="842377"/>
                      <a:pt x="278273" y="960736"/>
                    </a:cubicBezTo>
                    <a:lnTo>
                      <a:pt x="234920" y="996506"/>
                    </a:lnTo>
                    <a:lnTo>
                      <a:pt x="191567" y="960736"/>
                    </a:lnTo>
                    <a:cubicBezTo>
                      <a:pt x="73207" y="842377"/>
                      <a:pt x="0" y="678864"/>
                      <a:pt x="0" y="498253"/>
                    </a:cubicBezTo>
                    <a:cubicBezTo>
                      <a:pt x="0" y="317642"/>
                      <a:pt x="73207" y="154130"/>
                      <a:pt x="191567" y="35770"/>
                    </a:cubicBezTo>
                    <a:lnTo>
                      <a:pt x="234920" y="0"/>
                    </a:lnTo>
                    <a:close/>
                  </a:path>
                </a:pathLst>
              </a:cu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</m:oMath>
                  </m:oMathPara>
                </a14:m>
                <a:endParaRPr lang="de-DE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sz="1600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3" name="Freihandform: Form 32">
                <a:extLst>
                  <a:ext uri="{FF2B5EF4-FFF2-40B4-BE49-F238E27FC236}">
                    <a16:creationId xmlns:a16="http://schemas.microsoft.com/office/drawing/2014/main" id="{D68F2E55-BB37-523E-3FF2-2950263CC0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031" y="3885106"/>
                <a:ext cx="469840" cy="996506"/>
              </a:xfrm>
              <a:custGeom>
                <a:avLst/>
                <a:gdLst>
                  <a:gd name="connsiteX0" fmla="*/ 234920 w 469840"/>
                  <a:gd name="connsiteY0" fmla="*/ 0 h 996506"/>
                  <a:gd name="connsiteX1" fmla="*/ 278273 w 469840"/>
                  <a:gd name="connsiteY1" fmla="*/ 35770 h 996506"/>
                  <a:gd name="connsiteX2" fmla="*/ 469840 w 469840"/>
                  <a:gd name="connsiteY2" fmla="*/ 498253 h 996506"/>
                  <a:gd name="connsiteX3" fmla="*/ 278273 w 469840"/>
                  <a:gd name="connsiteY3" fmla="*/ 960736 h 996506"/>
                  <a:gd name="connsiteX4" fmla="*/ 234920 w 469840"/>
                  <a:gd name="connsiteY4" fmla="*/ 996506 h 996506"/>
                  <a:gd name="connsiteX5" fmla="*/ 191567 w 469840"/>
                  <a:gd name="connsiteY5" fmla="*/ 960736 h 996506"/>
                  <a:gd name="connsiteX6" fmla="*/ 0 w 469840"/>
                  <a:gd name="connsiteY6" fmla="*/ 498253 h 996506"/>
                  <a:gd name="connsiteX7" fmla="*/ 191567 w 469840"/>
                  <a:gd name="connsiteY7" fmla="*/ 35770 h 996506"/>
                  <a:gd name="connsiteX8" fmla="*/ 234920 w 469840"/>
                  <a:gd name="connsiteY8" fmla="*/ 0 h 99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840" h="996506">
                    <a:moveTo>
                      <a:pt x="234920" y="0"/>
                    </a:moveTo>
                    <a:lnTo>
                      <a:pt x="278273" y="35770"/>
                    </a:lnTo>
                    <a:cubicBezTo>
                      <a:pt x="396633" y="154130"/>
                      <a:pt x="469840" y="317642"/>
                      <a:pt x="469840" y="498253"/>
                    </a:cubicBezTo>
                    <a:cubicBezTo>
                      <a:pt x="469840" y="678864"/>
                      <a:pt x="396633" y="842377"/>
                      <a:pt x="278273" y="960736"/>
                    </a:cubicBezTo>
                    <a:lnTo>
                      <a:pt x="234920" y="996506"/>
                    </a:lnTo>
                    <a:lnTo>
                      <a:pt x="191567" y="960736"/>
                    </a:lnTo>
                    <a:cubicBezTo>
                      <a:pt x="73207" y="842377"/>
                      <a:pt x="0" y="678864"/>
                      <a:pt x="0" y="498253"/>
                    </a:cubicBezTo>
                    <a:cubicBezTo>
                      <a:pt x="0" y="317642"/>
                      <a:pt x="73207" y="154130"/>
                      <a:pt x="191567" y="35770"/>
                    </a:cubicBezTo>
                    <a:lnTo>
                      <a:pt x="23492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1530785-F64C-3CD9-AA0C-1060F7FF260B}"/>
                  </a:ext>
                </a:extLst>
              </p:cNvPr>
              <p:cNvSpPr/>
              <p:nvPr/>
            </p:nvSpPr>
            <p:spPr>
              <a:xfrm>
                <a:off x="827771" y="3729309"/>
                <a:ext cx="1073180" cy="1308100"/>
              </a:xfrm>
              <a:custGeom>
                <a:avLst/>
                <a:gdLst>
                  <a:gd name="connsiteX0" fmla="*/ 654050 w 1073180"/>
                  <a:gd name="connsiteY0" fmla="*/ 0 h 1308100"/>
                  <a:gd name="connsiteX1" fmla="*/ 1019736 w 1073180"/>
                  <a:gd name="connsiteY1" fmla="*/ 111701 h 1308100"/>
                  <a:gd name="connsiteX2" fmla="*/ 1073180 w 1073180"/>
                  <a:gd name="connsiteY2" fmla="*/ 155797 h 1308100"/>
                  <a:gd name="connsiteX3" fmla="*/ 1029827 w 1073180"/>
                  <a:gd name="connsiteY3" fmla="*/ 191567 h 1308100"/>
                  <a:gd name="connsiteX4" fmla="*/ 838260 w 1073180"/>
                  <a:gd name="connsiteY4" fmla="*/ 654050 h 1308100"/>
                  <a:gd name="connsiteX5" fmla="*/ 1029827 w 1073180"/>
                  <a:gd name="connsiteY5" fmla="*/ 1116533 h 1308100"/>
                  <a:gd name="connsiteX6" fmla="*/ 1073180 w 1073180"/>
                  <a:gd name="connsiteY6" fmla="*/ 1152303 h 1308100"/>
                  <a:gd name="connsiteX7" fmla="*/ 1019736 w 1073180"/>
                  <a:gd name="connsiteY7" fmla="*/ 1196399 h 1308100"/>
                  <a:gd name="connsiteX8" fmla="*/ 654050 w 1073180"/>
                  <a:gd name="connsiteY8" fmla="*/ 1308100 h 1308100"/>
                  <a:gd name="connsiteX9" fmla="*/ 0 w 1073180"/>
                  <a:gd name="connsiteY9" fmla="*/ 654050 h 1308100"/>
                  <a:gd name="connsiteX10" fmla="*/ 65405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654050" y="0"/>
                    </a:moveTo>
                    <a:cubicBezTo>
                      <a:pt x="789508" y="0"/>
                      <a:pt x="915349" y="41179"/>
                      <a:pt x="1019736" y="111701"/>
                    </a:cubicBezTo>
                    <a:lnTo>
                      <a:pt x="1073180" y="155797"/>
                    </a:lnTo>
                    <a:lnTo>
                      <a:pt x="1029827" y="191567"/>
                    </a:lnTo>
                    <a:cubicBezTo>
                      <a:pt x="911467" y="309927"/>
                      <a:pt x="838260" y="473439"/>
                      <a:pt x="838260" y="654050"/>
                    </a:cubicBezTo>
                    <a:cubicBezTo>
                      <a:pt x="838260" y="834661"/>
                      <a:pt x="911467" y="998174"/>
                      <a:pt x="1029827" y="1116533"/>
                    </a:cubicBezTo>
                    <a:lnTo>
                      <a:pt x="1073180" y="1152303"/>
                    </a:lnTo>
                    <a:lnTo>
                      <a:pt x="1019736" y="1196399"/>
                    </a:lnTo>
                    <a:cubicBezTo>
                      <a:pt x="915349" y="1266921"/>
                      <a:pt x="789508" y="1308100"/>
                      <a:pt x="654050" y="1308100"/>
                    </a:cubicBezTo>
                    <a:cubicBezTo>
                      <a:pt x="292828" y="1308100"/>
                      <a:pt x="0" y="1015272"/>
                      <a:pt x="0" y="654050"/>
                    </a:cubicBezTo>
                    <a:cubicBezTo>
                      <a:pt x="0" y="292828"/>
                      <a:pt x="292828" y="0"/>
                      <a:pt x="65405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" name="Freihandform: Form 31">
                <a:extLst>
                  <a:ext uri="{FF2B5EF4-FFF2-40B4-BE49-F238E27FC236}">
                    <a16:creationId xmlns:a16="http://schemas.microsoft.com/office/drawing/2014/main" id="{11530785-F64C-3CD9-AA0C-1060F7FF26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771" y="3729309"/>
                <a:ext cx="1073180" cy="1308100"/>
              </a:xfrm>
              <a:custGeom>
                <a:avLst/>
                <a:gdLst>
                  <a:gd name="connsiteX0" fmla="*/ 654050 w 1073180"/>
                  <a:gd name="connsiteY0" fmla="*/ 0 h 1308100"/>
                  <a:gd name="connsiteX1" fmla="*/ 1019736 w 1073180"/>
                  <a:gd name="connsiteY1" fmla="*/ 111701 h 1308100"/>
                  <a:gd name="connsiteX2" fmla="*/ 1073180 w 1073180"/>
                  <a:gd name="connsiteY2" fmla="*/ 155797 h 1308100"/>
                  <a:gd name="connsiteX3" fmla="*/ 1029827 w 1073180"/>
                  <a:gd name="connsiteY3" fmla="*/ 191567 h 1308100"/>
                  <a:gd name="connsiteX4" fmla="*/ 838260 w 1073180"/>
                  <a:gd name="connsiteY4" fmla="*/ 654050 h 1308100"/>
                  <a:gd name="connsiteX5" fmla="*/ 1029827 w 1073180"/>
                  <a:gd name="connsiteY5" fmla="*/ 1116533 h 1308100"/>
                  <a:gd name="connsiteX6" fmla="*/ 1073180 w 1073180"/>
                  <a:gd name="connsiteY6" fmla="*/ 1152303 h 1308100"/>
                  <a:gd name="connsiteX7" fmla="*/ 1019736 w 1073180"/>
                  <a:gd name="connsiteY7" fmla="*/ 1196399 h 1308100"/>
                  <a:gd name="connsiteX8" fmla="*/ 654050 w 1073180"/>
                  <a:gd name="connsiteY8" fmla="*/ 1308100 h 1308100"/>
                  <a:gd name="connsiteX9" fmla="*/ 0 w 1073180"/>
                  <a:gd name="connsiteY9" fmla="*/ 654050 h 1308100"/>
                  <a:gd name="connsiteX10" fmla="*/ 65405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654050" y="0"/>
                    </a:moveTo>
                    <a:cubicBezTo>
                      <a:pt x="789508" y="0"/>
                      <a:pt x="915349" y="41179"/>
                      <a:pt x="1019736" y="111701"/>
                    </a:cubicBezTo>
                    <a:lnTo>
                      <a:pt x="1073180" y="155797"/>
                    </a:lnTo>
                    <a:lnTo>
                      <a:pt x="1029827" y="191567"/>
                    </a:lnTo>
                    <a:cubicBezTo>
                      <a:pt x="911467" y="309927"/>
                      <a:pt x="838260" y="473439"/>
                      <a:pt x="838260" y="654050"/>
                    </a:cubicBezTo>
                    <a:cubicBezTo>
                      <a:pt x="838260" y="834661"/>
                      <a:pt x="911467" y="998174"/>
                      <a:pt x="1029827" y="1116533"/>
                    </a:cubicBezTo>
                    <a:lnTo>
                      <a:pt x="1073180" y="1152303"/>
                    </a:lnTo>
                    <a:lnTo>
                      <a:pt x="1019736" y="1196399"/>
                    </a:lnTo>
                    <a:cubicBezTo>
                      <a:pt x="915349" y="1266921"/>
                      <a:pt x="789508" y="1308100"/>
                      <a:pt x="654050" y="1308100"/>
                    </a:cubicBezTo>
                    <a:cubicBezTo>
                      <a:pt x="292828" y="1308100"/>
                      <a:pt x="0" y="1015272"/>
                      <a:pt x="0" y="654050"/>
                    </a:cubicBezTo>
                    <a:cubicBezTo>
                      <a:pt x="0" y="292828"/>
                      <a:pt x="292828" y="0"/>
                      <a:pt x="654050" y="0"/>
                    </a:cubicBezTo>
                    <a:close/>
                  </a:path>
                </a:pathLst>
              </a:custGeom>
              <a:blipFill>
                <a:blip r:embed="rId10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5206357-1060-B65E-1241-5A44C18C1218}"/>
                  </a:ext>
                </a:extLst>
              </p:cNvPr>
              <p:cNvSpPr/>
              <p:nvPr/>
            </p:nvSpPr>
            <p:spPr>
              <a:xfrm>
                <a:off x="1900951" y="3729309"/>
                <a:ext cx="1073180" cy="1308100"/>
              </a:xfrm>
              <a:custGeom>
                <a:avLst/>
                <a:gdLst>
                  <a:gd name="connsiteX0" fmla="*/ 419130 w 1073180"/>
                  <a:gd name="connsiteY0" fmla="*/ 0 h 1308100"/>
                  <a:gd name="connsiteX1" fmla="*/ 1073180 w 1073180"/>
                  <a:gd name="connsiteY1" fmla="*/ 654050 h 1308100"/>
                  <a:gd name="connsiteX2" fmla="*/ 419130 w 1073180"/>
                  <a:gd name="connsiteY2" fmla="*/ 1308100 h 1308100"/>
                  <a:gd name="connsiteX3" fmla="*/ 53444 w 1073180"/>
                  <a:gd name="connsiteY3" fmla="*/ 1196399 h 1308100"/>
                  <a:gd name="connsiteX4" fmla="*/ 0 w 1073180"/>
                  <a:gd name="connsiteY4" fmla="*/ 1152303 h 1308100"/>
                  <a:gd name="connsiteX5" fmla="*/ 43353 w 1073180"/>
                  <a:gd name="connsiteY5" fmla="*/ 1116533 h 1308100"/>
                  <a:gd name="connsiteX6" fmla="*/ 234920 w 1073180"/>
                  <a:gd name="connsiteY6" fmla="*/ 654050 h 1308100"/>
                  <a:gd name="connsiteX7" fmla="*/ 43353 w 1073180"/>
                  <a:gd name="connsiteY7" fmla="*/ 191567 h 1308100"/>
                  <a:gd name="connsiteX8" fmla="*/ 0 w 1073180"/>
                  <a:gd name="connsiteY8" fmla="*/ 155797 h 1308100"/>
                  <a:gd name="connsiteX9" fmla="*/ 53444 w 1073180"/>
                  <a:gd name="connsiteY9" fmla="*/ 111701 h 1308100"/>
                  <a:gd name="connsiteX10" fmla="*/ 41913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419130" y="0"/>
                    </a:moveTo>
                    <a:cubicBezTo>
                      <a:pt x="780352" y="0"/>
                      <a:pt x="1073180" y="292828"/>
                      <a:pt x="1073180" y="654050"/>
                    </a:cubicBezTo>
                    <a:cubicBezTo>
                      <a:pt x="1073180" y="1015272"/>
                      <a:pt x="780352" y="1308100"/>
                      <a:pt x="419130" y="1308100"/>
                    </a:cubicBezTo>
                    <a:cubicBezTo>
                      <a:pt x="283672" y="1308100"/>
                      <a:pt x="157832" y="1266921"/>
                      <a:pt x="53444" y="1196399"/>
                    </a:cubicBezTo>
                    <a:lnTo>
                      <a:pt x="0" y="1152303"/>
                    </a:lnTo>
                    <a:lnTo>
                      <a:pt x="43353" y="1116533"/>
                    </a:lnTo>
                    <a:cubicBezTo>
                      <a:pt x="161713" y="998174"/>
                      <a:pt x="234920" y="834661"/>
                      <a:pt x="234920" y="654050"/>
                    </a:cubicBezTo>
                    <a:cubicBezTo>
                      <a:pt x="234920" y="473439"/>
                      <a:pt x="161713" y="309927"/>
                      <a:pt x="43353" y="191567"/>
                    </a:cubicBezTo>
                    <a:lnTo>
                      <a:pt x="0" y="155797"/>
                    </a:lnTo>
                    <a:lnTo>
                      <a:pt x="53444" y="111701"/>
                    </a:lnTo>
                    <a:cubicBezTo>
                      <a:pt x="157832" y="41179"/>
                      <a:pt x="283672" y="0"/>
                      <a:pt x="41913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1" name="Freihandform: Form 30">
                <a:extLst>
                  <a:ext uri="{FF2B5EF4-FFF2-40B4-BE49-F238E27FC236}">
                    <a16:creationId xmlns:a16="http://schemas.microsoft.com/office/drawing/2014/main" id="{25206357-1060-B65E-1241-5A44C18C12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51" y="3729309"/>
                <a:ext cx="1073180" cy="1308100"/>
              </a:xfrm>
              <a:custGeom>
                <a:avLst/>
                <a:gdLst>
                  <a:gd name="connsiteX0" fmla="*/ 419130 w 1073180"/>
                  <a:gd name="connsiteY0" fmla="*/ 0 h 1308100"/>
                  <a:gd name="connsiteX1" fmla="*/ 1073180 w 1073180"/>
                  <a:gd name="connsiteY1" fmla="*/ 654050 h 1308100"/>
                  <a:gd name="connsiteX2" fmla="*/ 419130 w 1073180"/>
                  <a:gd name="connsiteY2" fmla="*/ 1308100 h 1308100"/>
                  <a:gd name="connsiteX3" fmla="*/ 53444 w 1073180"/>
                  <a:gd name="connsiteY3" fmla="*/ 1196399 h 1308100"/>
                  <a:gd name="connsiteX4" fmla="*/ 0 w 1073180"/>
                  <a:gd name="connsiteY4" fmla="*/ 1152303 h 1308100"/>
                  <a:gd name="connsiteX5" fmla="*/ 43353 w 1073180"/>
                  <a:gd name="connsiteY5" fmla="*/ 1116533 h 1308100"/>
                  <a:gd name="connsiteX6" fmla="*/ 234920 w 1073180"/>
                  <a:gd name="connsiteY6" fmla="*/ 654050 h 1308100"/>
                  <a:gd name="connsiteX7" fmla="*/ 43353 w 1073180"/>
                  <a:gd name="connsiteY7" fmla="*/ 191567 h 1308100"/>
                  <a:gd name="connsiteX8" fmla="*/ 0 w 1073180"/>
                  <a:gd name="connsiteY8" fmla="*/ 155797 h 1308100"/>
                  <a:gd name="connsiteX9" fmla="*/ 53444 w 1073180"/>
                  <a:gd name="connsiteY9" fmla="*/ 111701 h 1308100"/>
                  <a:gd name="connsiteX10" fmla="*/ 41913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419130" y="0"/>
                    </a:moveTo>
                    <a:cubicBezTo>
                      <a:pt x="780352" y="0"/>
                      <a:pt x="1073180" y="292828"/>
                      <a:pt x="1073180" y="654050"/>
                    </a:cubicBezTo>
                    <a:cubicBezTo>
                      <a:pt x="1073180" y="1015272"/>
                      <a:pt x="780352" y="1308100"/>
                      <a:pt x="419130" y="1308100"/>
                    </a:cubicBezTo>
                    <a:cubicBezTo>
                      <a:pt x="283672" y="1308100"/>
                      <a:pt x="157832" y="1266921"/>
                      <a:pt x="53444" y="1196399"/>
                    </a:cubicBezTo>
                    <a:lnTo>
                      <a:pt x="0" y="1152303"/>
                    </a:lnTo>
                    <a:lnTo>
                      <a:pt x="43353" y="1116533"/>
                    </a:lnTo>
                    <a:cubicBezTo>
                      <a:pt x="161713" y="998174"/>
                      <a:pt x="234920" y="834661"/>
                      <a:pt x="234920" y="654050"/>
                    </a:cubicBezTo>
                    <a:cubicBezTo>
                      <a:pt x="234920" y="473439"/>
                      <a:pt x="161713" y="309927"/>
                      <a:pt x="43353" y="191567"/>
                    </a:cubicBezTo>
                    <a:lnTo>
                      <a:pt x="0" y="155797"/>
                    </a:lnTo>
                    <a:lnTo>
                      <a:pt x="53444" y="111701"/>
                    </a:lnTo>
                    <a:cubicBezTo>
                      <a:pt x="157832" y="41179"/>
                      <a:pt x="283672" y="0"/>
                      <a:pt x="419130" y="0"/>
                    </a:cubicBezTo>
                    <a:close/>
                  </a:path>
                </a:pathLst>
              </a:custGeom>
              <a:blipFill>
                <a:blip r:embed="rId11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D7849DF2-79E4-563D-2CFD-EDB02917F1CD}"/>
                  </a:ext>
                </a:extLst>
              </p:cNvPr>
              <p:cNvSpPr/>
              <p:nvPr/>
            </p:nvSpPr>
            <p:spPr>
              <a:xfrm>
                <a:off x="5610457" y="3885106"/>
                <a:ext cx="469840" cy="996506"/>
              </a:xfrm>
              <a:custGeom>
                <a:avLst/>
                <a:gdLst>
                  <a:gd name="connsiteX0" fmla="*/ 234920 w 469840"/>
                  <a:gd name="connsiteY0" fmla="*/ 0 h 996506"/>
                  <a:gd name="connsiteX1" fmla="*/ 278273 w 469840"/>
                  <a:gd name="connsiteY1" fmla="*/ 35770 h 996506"/>
                  <a:gd name="connsiteX2" fmla="*/ 469840 w 469840"/>
                  <a:gd name="connsiteY2" fmla="*/ 498253 h 996506"/>
                  <a:gd name="connsiteX3" fmla="*/ 278273 w 469840"/>
                  <a:gd name="connsiteY3" fmla="*/ 960736 h 996506"/>
                  <a:gd name="connsiteX4" fmla="*/ 234920 w 469840"/>
                  <a:gd name="connsiteY4" fmla="*/ 996506 h 996506"/>
                  <a:gd name="connsiteX5" fmla="*/ 191567 w 469840"/>
                  <a:gd name="connsiteY5" fmla="*/ 960736 h 996506"/>
                  <a:gd name="connsiteX6" fmla="*/ 0 w 469840"/>
                  <a:gd name="connsiteY6" fmla="*/ 498253 h 996506"/>
                  <a:gd name="connsiteX7" fmla="*/ 191567 w 469840"/>
                  <a:gd name="connsiteY7" fmla="*/ 35770 h 996506"/>
                  <a:gd name="connsiteX8" fmla="*/ 234920 w 469840"/>
                  <a:gd name="connsiteY8" fmla="*/ 0 h 99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840" h="996506">
                    <a:moveTo>
                      <a:pt x="234920" y="0"/>
                    </a:moveTo>
                    <a:lnTo>
                      <a:pt x="278273" y="35770"/>
                    </a:lnTo>
                    <a:cubicBezTo>
                      <a:pt x="396633" y="154130"/>
                      <a:pt x="469840" y="317642"/>
                      <a:pt x="469840" y="498253"/>
                    </a:cubicBezTo>
                    <a:cubicBezTo>
                      <a:pt x="469840" y="678864"/>
                      <a:pt x="396633" y="842377"/>
                      <a:pt x="278273" y="960736"/>
                    </a:cubicBezTo>
                    <a:lnTo>
                      <a:pt x="234920" y="996506"/>
                    </a:lnTo>
                    <a:lnTo>
                      <a:pt x="191567" y="960736"/>
                    </a:lnTo>
                    <a:cubicBezTo>
                      <a:pt x="73207" y="842377"/>
                      <a:pt x="0" y="678864"/>
                      <a:pt x="0" y="498253"/>
                    </a:cubicBezTo>
                    <a:cubicBezTo>
                      <a:pt x="0" y="317642"/>
                      <a:pt x="73207" y="154130"/>
                      <a:pt x="191567" y="35770"/>
                    </a:cubicBezTo>
                    <a:lnTo>
                      <a:pt x="234920" y="0"/>
                    </a:ln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∩</m:t>
                      </m:r>
                    </m:oMath>
                  </m:oMathPara>
                </a14:m>
                <a:endParaRPr lang="de-DE" sz="16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sz="1600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9" name="Freihandform: Form 28">
                <a:extLst>
                  <a:ext uri="{FF2B5EF4-FFF2-40B4-BE49-F238E27FC236}">
                    <a16:creationId xmlns:a16="http://schemas.microsoft.com/office/drawing/2014/main" id="{D7849DF2-79E4-563D-2CFD-EDB02917F1C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457" y="3885106"/>
                <a:ext cx="469840" cy="996506"/>
              </a:xfrm>
              <a:custGeom>
                <a:avLst/>
                <a:gdLst>
                  <a:gd name="connsiteX0" fmla="*/ 234920 w 469840"/>
                  <a:gd name="connsiteY0" fmla="*/ 0 h 996506"/>
                  <a:gd name="connsiteX1" fmla="*/ 278273 w 469840"/>
                  <a:gd name="connsiteY1" fmla="*/ 35770 h 996506"/>
                  <a:gd name="connsiteX2" fmla="*/ 469840 w 469840"/>
                  <a:gd name="connsiteY2" fmla="*/ 498253 h 996506"/>
                  <a:gd name="connsiteX3" fmla="*/ 278273 w 469840"/>
                  <a:gd name="connsiteY3" fmla="*/ 960736 h 996506"/>
                  <a:gd name="connsiteX4" fmla="*/ 234920 w 469840"/>
                  <a:gd name="connsiteY4" fmla="*/ 996506 h 996506"/>
                  <a:gd name="connsiteX5" fmla="*/ 191567 w 469840"/>
                  <a:gd name="connsiteY5" fmla="*/ 960736 h 996506"/>
                  <a:gd name="connsiteX6" fmla="*/ 0 w 469840"/>
                  <a:gd name="connsiteY6" fmla="*/ 498253 h 996506"/>
                  <a:gd name="connsiteX7" fmla="*/ 191567 w 469840"/>
                  <a:gd name="connsiteY7" fmla="*/ 35770 h 996506"/>
                  <a:gd name="connsiteX8" fmla="*/ 234920 w 469840"/>
                  <a:gd name="connsiteY8" fmla="*/ 0 h 996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9840" h="996506">
                    <a:moveTo>
                      <a:pt x="234920" y="0"/>
                    </a:moveTo>
                    <a:lnTo>
                      <a:pt x="278273" y="35770"/>
                    </a:lnTo>
                    <a:cubicBezTo>
                      <a:pt x="396633" y="154130"/>
                      <a:pt x="469840" y="317642"/>
                      <a:pt x="469840" y="498253"/>
                    </a:cubicBezTo>
                    <a:cubicBezTo>
                      <a:pt x="469840" y="678864"/>
                      <a:pt x="396633" y="842377"/>
                      <a:pt x="278273" y="960736"/>
                    </a:cubicBezTo>
                    <a:lnTo>
                      <a:pt x="234920" y="996506"/>
                    </a:lnTo>
                    <a:lnTo>
                      <a:pt x="191567" y="960736"/>
                    </a:lnTo>
                    <a:cubicBezTo>
                      <a:pt x="73207" y="842377"/>
                      <a:pt x="0" y="678864"/>
                      <a:pt x="0" y="498253"/>
                    </a:cubicBezTo>
                    <a:cubicBezTo>
                      <a:pt x="0" y="317642"/>
                      <a:pt x="73207" y="154130"/>
                      <a:pt x="191567" y="35770"/>
                    </a:cubicBezTo>
                    <a:lnTo>
                      <a:pt x="23492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D310E288-13D3-C906-B41B-A3AD4277ABD6}"/>
                  </a:ext>
                </a:extLst>
              </p:cNvPr>
              <p:cNvSpPr/>
              <p:nvPr/>
            </p:nvSpPr>
            <p:spPr>
              <a:xfrm>
                <a:off x="4772197" y="3729309"/>
                <a:ext cx="1073180" cy="1308100"/>
              </a:xfrm>
              <a:custGeom>
                <a:avLst/>
                <a:gdLst>
                  <a:gd name="connsiteX0" fmla="*/ 654050 w 1073180"/>
                  <a:gd name="connsiteY0" fmla="*/ 0 h 1308100"/>
                  <a:gd name="connsiteX1" fmla="*/ 1019736 w 1073180"/>
                  <a:gd name="connsiteY1" fmla="*/ 111701 h 1308100"/>
                  <a:gd name="connsiteX2" fmla="*/ 1073180 w 1073180"/>
                  <a:gd name="connsiteY2" fmla="*/ 155797 h 1308100"/>
                  <a:gd name="connsiteX3" fmla="*/ 1029827 w 1073180"/>
                  <a:gd name="connsiteY3" fmla="*/ 191567 h 1308100"/>
                  <a:gd name="connsiteX4" fmla="*/ 838260 w 1073180"/>
                  <a:gd name="connsiteY4" fmla="*/ 654050 h 1308100"/>
                  <a:gd name="connsiteX5" fmla="*/ 1029827 w 1073180"/>
                  <a:gd name="connsiteY5" fmla="*/ 1116533 h 1308100"/>
                  <a:gd name="connsiteX6" fmla="*/ 1073180 w 1073180"/>
                  <a:gd name="connsiteY6" fmla="*/ 1152303 h 1308100"/>
                  <a:gd name="connsiteX7" fmla="*/ 1019736 w 1073180"/>
                  <a:gd name="connsiteY7" fmla="*/ 1196399 h 1308100"/>
                  <a:gd name="connsiteX8" fmla="*/ 654050 w 1073180"/>
                  <a:gd name="connsiteY8" fmla="*/ 1308100 h 1308100"/>
                  <a:gd name="connsiteX9" fmla="*/ 0 w 1073180"/>
                  <a:gd name="connsiteY9" fmla="*/ 654050 h 1308100"/>
                  <a:gd name="connsiteX10" fmla="*/ 65405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654050" y="0"/>
                    </a:moveTo>
                    <a:cubicBezTo>
                      <a:pt x="789508" y="0"/>
                      <a:pt x="915349" y="41179"/>
                      <a:pt x="1019736" y="111701"/>
                    </a:cubicBezTo>
                    <a:lnTo>
                      <a:pt x="1073180" y="155797"/>
                    </a:lnTo>
                    <a:lnTo>
                      <a:pt x="1029827" y="191567"/>
                    </a:lnTo>
                    <a:cubicBezTo>
                      <a:pt x="911467" y="309927"/>
                      <a:pt x="838260" y="473439"/>
                      <a:pt x="838260" y="654050"/>
                    </a:cubicBezTo>
                    <a:cubicBezTo>
                      <a:pt x="838260" y="834661"/>
                      <a:pt x="911467" y="998174"/>
                      <a:pt x="1029827" y="1116533"/>
                    </a:cubicBezTo>
                    <a:lnTo>
                      <a:pt x="1073180" y="1152303"/>
                    </a:lnTo>
                    <a:lnTo>
                      <a:pt x="1019736" y="1196399"/>
                    </a:lnTo>
                    <a:cubicBezTo>
                      <a:pt x="915349" y="1266921"/>
                      <a:pt x="789508" y="1308100"/>
                      <a:pt x="654050" y="1308100"/>
                    </a:cubicBezTo>
                    <a:cubicBezTo>
                      <a:pt x="292828" y="1308100"/>
                      <a:pt x="0" y="1015272"/>
                      <a:pt x="0" y="654050"/>
                    </a:cubicBezTo>
                    <a:cubicBezTo>
                      <a:pt x="0" y="292828"/>
                      <a:pt x="292828" y="0"/>
                      <a:pt x="65405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de-DE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8" name="Freihandform: Form 27">
                <a:extLst>
                  <a:ext uri="{FF2B5EF4-FFF2-40B4-BE49-F238E27FC236}">
                    <a16:creationId xmlns:a16="http://schemas.microsoft.com/office/drawing/2014/main" id="{D310E288-13D3-C906-B41B-A3AD4277AB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2197" y="3729309"/>
                <a:ext cx="1073180" cy="1308100"/>
              </a:xfrm>
              <a:custGeom>
                <a:avLst/>
                <a:gdLst>
                  <a:gd name="connsiteX0" fmla="*/ 654050 w 1073180"/>
                  <a:gd name="connsiteY0" fmla="*/ 0 h 1308100"/>
                  <a:gd name="connsiteX1" fmla="*/ 1019736 w 1073180"/>
                  <a:gd name="connsiteY1" fmla="*/ 111701 h 1308100"/>
                  <a:gd name="connsiteX2" fmla="*/ 1073180 w 1073180"/>
                  <a:gd name="connsiteY2" fmla="*/ 155797 h 1308100"/>
                  <a:gd name="connsiteX3" fmla="*/ 1029827 w 1073180"/>
                  <a:gd name="connsiteY3" fmla="*/ 191567 h 1308100"/>
                  <a:gd name="connsiteX4" fmla="*/ 838260 w 1073180"/>
                  <a:gd name="connsiteY4" fmla="*/ 654050 h 1308100"/>
                  <a:gd name="connsiteX5" fmla="*/ 1029827 w 1073180"/>
                  <a:gd name="connsiteY5" fmla="*/ 1116533 h 1308100"/>
                  <a:gd name="connsiteX6" fmla="*/ 1073180 w 1073180"/>
                  <a:gd name="connsiteY6" fmla="*/ 1152303 h 1308100"/>
                  <a:gd name="connsiteX7" fmla="*/ 1019736 w 1073180"/>
                  <a:gd name="connsiteY7" fmla="*/ 1196399 h 1308100"/>
                  <a:gd name="connsiteX8" fmla="*/ 654050 w 1073180"/>
                  <a:gd name="connsiteY8" fmla="*/ 1308100 h 1308100"/>
                  <a:gd name="connsiteX9" fmla="*/ 0 w 1073180"/>
                  <a:gd name="connsiteY9" fmla="*/ 654050 h 1308100"/>
                  <a:gd name="connsiteX10" fmla="*/ 65405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654050" y="0"/>
                    </a:moveTo>
                    <a:cubicBezTo>
                      <a:pt x="789508" y="0"/>
                      <a:pt x="915349" y="41179"/>
                      <a:pt x="1019736" y="111701"/>
                    </a:cubicBezTo>
                    <a:lnTo>
                      <a:pt x="1073180" y="155797"/>
                    </a:lnTo>
                    <a:lnTo>
                      <a:pt x="1029827" y="191567"/>
                    </a:lnTo>
                    <a:cubicBezTo>
                      <a:pt x="911467" y="309927"/>
                      <a:pt x="838260" y="473439"/>
                      <a:pt x="838260" y="654050"/>
                    </a:cubicBezTo>
                    <a:cubicBezTo>
                      <a:pt x="838260" y="834661"/>
                      <a:pt x="911467" y="998174"/>
                      <a:pt x="1029827" y="1116533"/>
                    </a:cubicBezTo>
                    <a:lnTo>
                      <a:pt x="1073180" y="1152303"/>
                    </a:lnTo>
                    <a:lnTo>
                      <a:pt x="1019736" y="1196399"/>
                    </a:lnTo>
                    <a:cubicBezTo>
                      <a:pt x="915349" y="1266921"/>
                      <a:pt x="789508" y="1308100"/>
                      <a:pt x="654050" y="1308100"/>
                    </a:cubicBezTo>
                    <a:cubicBezTo>
                      <a:pt x="292828" y="1308100"/>
                      <a:pt x="0" y="1015272"/>
                      <a:pt x="0" y="654050"/>
                    </a:cubicBezTo>
                    <a:cubicBezTo>
                      <a:pt x="0" y="292828"/>
                      <a:pt x="292828" y="0"/>
                      <a:pt x="654050" y="0"/>
                    </a:cubicBez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29AA43CD-4142-2FF8-727C-9CBFD3CE9FFD}"/>
                  </a:ext>
                </a:extLst>
              </p:cNvPr>
              <p:cNvSpPr/>
              <p:nvPr/>
            </p:nvSpPr>
            <p:spPr>
              <a:xfrm>
                <a:off x="5845377" y="3729309"/>
                <a:ext cx="1073180" cy="1308100"/>
              </a:xfrm>
              <a:custGeom>
                <a:avLst/>
                <a:gdLst>
                  <a:gd name="connsiteX0" fmla="*/ 419130 w 1073180"/>
                  <a:gd name="connsiteY0" fmla="*/ 0 h 1308100"/>
                  <a:gd name="connsiteX1" fmla="*/ 1073180 w 1073180"/>
                  <a:gd name="connsiteY1" fmla="*/ 654050 h 1308100"/>
                  <a:gd name="connsiteX2" fmla="*/ 419130 w 1073180"/>
                  <a:gd name="connsiteY2" fmla="*/ 1308100 h 1308100"/>
                  <a:gd name="connsiteX3" fmla="*/ 53444 w 1073180"/>
                  <a:gd name="connsiteY3" fmla="*/ 1196399 h 1308100"/>
                  <a:gd name="connsiteX4" fmla="*/ 0 w 1073180"/>
                  <a:gd name="connsiteY4" fmla="*/ 1152303 h 1308100"/>
                  <a:gd name="connsiteX5" fmla="*/ 43353 w 1073180"/>
                  <a:gd name="connsiteY5" fmla="*/ 1116533 h 1308100"/>
                  <a:gd name="connsiteX6" fmla="*/ 234920 w 1073180"/>
                  <a:gd name="connsiteY6" fmla="*/ 654050 h 1308100"/>
                  <a:gd name="connsiteX7" fmla="*/ 43353 w 1073180"/>
                  <a:gd name="connsiteY7" fmla="*/ 191567 h 1308100"/>
                  <a:gd name="connsiteX8" fmla="*/ 0 w 1073180"/>
                  <a:gd name="connsiteY8" fmla="*/ 155797 h 1308100"/>
                  <a:gd name="connsiteX9" fmla="*/ 53444 w 1073180"/>
                  <a:gd name="connsiteY9" fmla="*/ 111701 h 1308100"/>
                  <a:gd name="connsiteX10" fmla="*/ 41913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419130" y="0"/>
                    </a:moveTo>
                    <a:cubicBezTo>
                      <a:pt x="780352" y="0"/>
                      <a:pt x="1073180" y="292828"/>
                      <a:pt x="1073180" y="654050"/>
                    </a:cubicBezTo>
                    <a:cubicBezTo>
                      <a:pt x="1073180" y="1015272"/>
                      <a:pt x="780352" y="1308100"/>
                      <a:pt x="419130" y="1308100"/>
                    </a:cubicBezTo>
                    <a:cubicBezTo>
                      <a:pt x="283672" y="1308100"/>
                      <a:pt x="157832" y="1266921"/>
                      <a:pt x="53444" y="1196399"/>
                    </a:cubicBezTo>
                    <a:lnTo>
                      <a:pt x="0" y="1152303"/>
                    </a:lnTo>
                    <a:lnTo>
                      <a:pt x="43353" y="1116533"/>
                    </a:lnTo>
                    <a:cubicBezTo>
                      <a:pt x="161713" y="998174"/>
                      <a:pt x="234920" y="834661"/>
                      <a:pt x="234920" y="654050"/>
                    </a:cubicBezTo>
                    <a:cubicBezTo>
                      <a:pt x="234920" y="473439"/>
                      <a:pt x="161713" y="309927"/>
                      <a:pt x="43353" y="191567"/>
                    </a:cubicBezTo>
                    <a:lnTo>
                      <a:pt x="0" y="155797"/>
                    </a:lnTo>
                    <a:lnTo>
                      <a:pt x="53444" y="111701"/>
                    </a:lnTo>
                    <a:cubicBezTo>
                      <a:pt x="157832" y="41179"/>
                      <a:pt x="283672" y="0"/>
                      <a:pt x="419130" y="0"/>
                    </a:cubicBezTo>
                    <a:close/>
                  </a:path>
                </a:pathLst>
              </a:custGeom>
              <a:solidFill>
                <a:schemeClr val="tx2">
                  <a:lumMod val="10000"/>
                  <a:lumOff val="90000"/>
                </a:schemeClr>
              </a:solidFill>
              <a:ln w="31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de-DE" dirty="0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7" name="Freihandform: Form 26">
                <a:extLst>
                  <a:ext uri="{FF2B5EF4-FFF2-40B4-BE49-F238E27FC236}">
                    <a16:creationId xmlns:a16="http://schemas.microsoft.com/office/drawing/2014/main" id="{29AA43CD-4142-2FF8-727C-9CBFD3CE9F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377" y="3729309"/>
                <a:ext cx="1073180" cy="1308100"/>
              </a:xfrm>
              <a:custGeom>
                <a:avLst/>
                <a:gdLst>
                  <a:gd name="connsiteX0" fmla="*/ 419130 w 1073180"/>
                  <a:gd name="connsiteY0" fmla="*/ 0 h 1308100"/>
                  <a:gd name="connsiteX1" fmla="*/ 1073180 w 1073180"/>
                  <a:gd name="connsiteY1" fmla="*/ 654050 h 1308100"/>
                  <a:gd name="connsiteX2" fmla="*/ 419130 w 1073180"/>
                  <a:gd name="connsiteY2" fmla="*/ 1308100 h 1308100"/>
                  <a:gd name="connsiteX3" fmla="*/ 53444 w 1073180"/>
                  <a:gd name="connsiteY3" fmla="*/ 1196399 h 1308100"/>
                  <a:gd name="connsiteX4" fmla="*/ 0 w 1073180"/>
                  <a:gd name="connsiteY4" fmla="*/ 1152303 h 1308100"/>
                  <a:gd name="connsiteX5" fmla="*/ 43353 w 1073180"/>
                  <a:gd name="connsiteY5" fmla="*/ 1116533 h 1308100"/>
                  <a:gd name="connsiteX6" fmla="*/ 234920 w 1073180"/>
                  <a:gd name="connsiteY6" fmla="*/ 654050 h 1308100"/>
                  <a:gd name="connsiteX7" fmla="*/ 43353 w 1073180"/>
                  <a:gd name="connsiteY7" fmla="*/ 191567 h 1308100"/>
                  <a:gd name="connsiteX8" fmla="*/ 0 w 1073180"/>
                  <a:gd name="connsiteY8" fmla="*/ 155797 h 1308100"/>
                  <a:gd name="connsiteX9" fmla="*/ 53444 w 1073180"/>
                  <a:gd name="connsiteY9" fmla="*/ 111701 h 1308100"/>
                  <a:gd name="connsiteX10" fmla="*/ 419130 w 1073180"/>
                  <a:gd name="connsiteY10" fmla="*/ 0 h 130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073180" h="1308100">
                    <a:moveTo>
                      <a:pt x="419130" y="0"/>
                    </a:moveTo>
                    <a:cubicBezTo>
                      <a:pt x="780352" y="0"/>
                      <a:pt x="1073180" y="292828"/>
                      <a:pt x="1073180" y="654050"/>
                    </a:cubicBezTo>
                    <a:cubicBezTo>
                      <a:pt x="1073180" y="1015272"/>
                      <a:pt x="780352" y="1308100"/>
                      <a:pt x="419130" y="1308100"/>
                    </a:cubicBezTo>
                    <a:cubicBezTo>
                      <a:pt x="283672" y="1308100"/>
                      <a:pt x="157832" y="1266921"/>
                      <a:pt x="53444" y="1196399"/>
                    </a:cubicBezTo>
                    <a:lnTo>
                      <a:pt x="0" y="1152303"/>
                    </a:lnTo>
                    <a:lnTo>
                      <a:pt x="43353" y="1116533"/>
                    </a:lnTo>
                    <a:cubicBezTo>
                      <a:pt x="161713" y="998174"/>
                      <a:pt x="234920" y="834661"/>
                      <a:pt x="234920" y="654050"/>
                    </a:cubicBezTo>
                    <a:cubicBezTo>
                      <a:pt x="234920" y="473439"/>
                      <a:pt x="161713" y="309927"/>
                      <a:pt x="43353" y="191567"/>
                    </a:cubicBezTo>
                    <a:lnTo>
                      <a:pt x="0" y="155797"/>
                    </a:lnTo>
                    <a:lnTo>
                      <a:pt x="53444" y="111701"/>
                    </a:lnTo>
                    <a:cubicBezTo>
                      <a:pt x="157832" y="41179"/>
                      <a:pt x="283672" y="0"/>
                      <a:pt x="419130" y="0"/>
                    </a:cubicBezTo>
                    <a:close/>
                  </a:path>
                </a:pathLst>
              </a:custGeom>
              <a:blipFill>
                <a:blip r:embed="rId14"/>
                <a:stretch>
                  <a:fillRect/>
                </a:stretch>
              </a:blipFill>
              <a:ln w="3175"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8B9DB5E5-3DDD-98AF-68C1-B5934E15799A}"/>
                  </a:ext>
                </a:extLst>
              </p:cNvPr>
              <p:cNvSpPr txBox="1"/>
              <p:nvPr/>
            </p:nvSpPr>
            <p:spPr>
              <a:xfrm>
                <a:off x="1528918" y="3607832"/>
                <a:ext cx="4894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de-D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</m:sSup>
                    </m:oMath>
                  </m:oMathPara>
                </a14:m>
                <a:endParaRPr lang="de-DE" dirty="0"/>
              </a:p>
            </p:txBody>
          </p:sp>
        </mc:Choice>
        <mc:Fallback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8B9DB5E5-3DDD-98AF-68C1-B5934E157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8918" y="3607832"/>
                <a:ext cx="489493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1039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69</Words>
  <Application>Microsoft Office PowerPoint</Application>
  <PresentationFormat>Benutzerdefiniert</PresentationFormat>
  <Paragraphs>18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Ostwald</dc:creator>
  <cp:lastModifiedBy>Dirk Ostwald</cp:lastModifiedBy>
  <cp:revision>5</cp:revision>
  <dcterms:created xsi:type="dcterms:W3CDTF">2024-11-05T13:44:13Z</dcterms:created>
  <dcterms:modified xsi:type="dcterms:W3CDTF">2024-11-05T15:22:05Z</dcterms:modified>
</cp:coreProperties>
</file>