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</p:sldIdLst>
  <p:sldSz cx="6840538" cy="14398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84" d="100"/>
          <a:sy n="184" d="100"/>
        </p:scale>
        <p:origin x="156" y="16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55067" y="235644"/>
            <a:ext cx="5130404" cy="501286"/>
          </a:xfrm>
        </p:spPr>
        <p:txBody>
          <a:bodyPr anchor="b"/>
          <a:lstStyle>
            <a:lvl1pPr algn="ctr">
              <a:defRPr sz="126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5067" y="756262"/>
            <a:ext cx="5130404" cy="347633"/>
          </a:xfrm>
        </p:spPr>
        <p:txBody>
          <a:bodyPr/>
          <a:lstStyle>
            <a:lvl1pPr marL="0" indent="0" algn="ctr">
              <a:buNone/>
              <a:defRPr sz="504"/>
            </a:lvl1pPr>
            <a:lvl2pPr marL="96012" indent="0" algn="ctr">
              <a:buNone/>
              <a:defRPr sz="420"/>
            </a:lvl2pPr>
            <a:lvl3pPr marL="192024" indent="0" algn="ctr">
              <a:buNone/>
              <a:defRPr sz="378"/>
            </a:lvl3pPr>
            <a:lvl4pPr marL="288036" indent="0" algn="ctr">
              <a:buNone/>
              <a:defRPr sz="336"/>
            </a:lvl4pPr>
            <a:lvl5pPr marL="384048" indent="0" algn="ctr">
              <a:buNone/>
              <a:defRPr sz="336"/>
            </a:lvl5pPr>
            <a:lvl6pPr marL="480060" indent="0" algn="ctr">
              <a:buNone/>
              <a:defRPr sz="336"/>
            </a:lvl6pPr>
            <a:lvl7pPr marL="576072" indent="0" algn="ctr">
              <a:buNone/>
              <a:defRPr sz="336"/>
            </a:lvl7pPr>
            <a:lvl8pPr marL="672084" indent="0" algn="ctr">
              <a:buNone/>
              <a:defRPr sz="336"/>
            </a:lvl8pPr>
            <a:lvl9pPr marL="768096" indent="0" algn="ctr">
              <a:buNone/>
              <a:defRPr sz="336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FD163-5075-418D-B9CC-17BBE0A86C25}" type="datetimeFigureOut">
              <a:rPr lang="de-DE" smtClean="0"/>
              <a:t>22.11.2022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152C3-1703-4A3E-8A16-43D4FD5A427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353252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FD163-5075-418D-B9CC-17BBE0A86C25}" type="datetimeFigureOut">
              <a:rPr lang="de-DE" smtClean="0"/>
              <a:t>22.11.2022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152C3-1703-4A3E-8A16-43D4FD5A427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811998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6724" y="358966"/>
            <a:ext cx="5899964" cy="598943"/>
          </a:xfrm>
        </p:spPr>
        <p:txBody>
          <a:bodyPr anchor="b"/>
          <a:lstStyle>
            <a:lvl1pPr>
              <a:defRPr sz="126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6724" y="963575"/>
            <a:ext cx="5899964" cy="314970"/>
          </a:xfrm>
        </p:spPr>
        <p:txBody>
          <a:bodyPr/>
          <a:lstStyle>
            <a:lvl1pPr marL="0" indent="0">
              <a:buNone/>
              <a:defRPr sz="504">
                <a:solidFill>
                  <a:schemeClr val="tx1">
                    <a:tint val="75000"/>
                  </a:schemeClr>
                </a:solidFill>
              </a:defRPr>
            </a:lvl1pPr>
            <a:lvl2pPr marL="96012" indent="0">
              <a:buNone/>
              <a:defRPr sz="420">
                <a:solidFill>
                  <a:schemeClr val="tx1">
                    <a:tint val="75000"/>
                  </a:schemeClr>
                </a:solidFill>
              </a:defRPr>
            </a:lvl2pPr>
            <a:lvl3pPr marL="192024" indent="0">
              <a:buNone/>
              <a:defRPr sz="378">
                <a:solidFill>
                  <a:schemeClr val="tx1">
                    <a:tint val="75000"/>
                  </a:schemeClr>
                </a:solidFill>
              </a:defRPr>
            </a:lvl3pPr>
            <a:lvl4pPr marL="288036" indent="0">
              <a:buNone/>
              <a:defRPr sz="336">
                <a:solidFill>
                  <a:schemeClr val="tx1">
                    <a:tint val="75000"/>
                  </a:schemeClr>
                </a:solidFill>
              </a:defRPr>
            </a:lvl4pPr>
            <a:lvl5pPr marL="384048" indent="0">
              <a:buNone/>
              <a:defRPr sz="336">
                <a:solidFill>
                  <a:schemeClr val="tx1">
                    <a:tint val="75000"/>
                  </a:schemeClr>
                </a:solidFill>
              </a:defRPr>
            </a:lvl5pPr>
            <a:lvl6pPr marL="480060" indent="0">
              <a:buNone/>
              <a:defRPr sz="336">
                <a:solidFill>
                  <a:schemeClr val="tx1">
                    <a:tint val="75000"/>
                  </a:schemeClr>
                </a:solidFill>
              </a:defRPr>
            </a:lvl6pPr>
            <a:lvl7pPr marL="576072" indent="0">
              <a:buNone/>
              <a:defRPr sz="336">
                <a:solidFill>
                  <a:schemeClr val="tx1">
                    <a:tint val="75000"/>
                  </a:schemeClr>
                </a:solidFill>
              </a:defRPr>
            </a:lvl7pPr>
            <a:lvl8pPr marL="672084" indent="0">
              <a:buNone/>
              <a:defRPr sz="336">
                <a:solidFill>
                  <a:schemeClr val="tx1">
                    <a:tint val="75000"/>
                  </a:schemeClr>
                </a:solidFill>
              </a:defRPr>
            </a:lvl8pPr>
            <a:lvl9pPr marL="768096" indent="0">
              <a:buNone/>
              <a:defRPr sz="33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FD163-5075-418D-B9CC-17BBE0A86C25}" type="datetimeFigureOut">
              <a:rPr lang="de-DE" smtClean="0"/>
              <a:t>22.11.2022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152C3-1703-4A3E-8A16-43D4FD5A427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523550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0287" y="383297"/>
            <a:ext cx="2907229" cy="91358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63022" y="383297"/>
            <a:ext cx="2907229" cy="91358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FD163-5075-418D-B9CC-17BBE0A86C25}" type="datetimeFigureOut">
              <a:rPr lang="de-DE" smtClean="0"/>
              <a:t>22.11.2022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152C3-1703-4A3E-8A16-43D4FD5A427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474891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1178" y="76659"/>
            <a:ext cx="5899964" cy="278307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178" y="352967"/>
            <a:ext cx="2893868" cy="172983"/>
          </a:xfrm>
        </p:spPr>
        <p:txBody>
          <a:bodyPr anchor="b"/>
          <a:lstStyle>
            <a:lvl1pPr marL="0" indent="0">
              <a:buNone/>
              <a:defRPr sz="504" b="1"/>
            </a:lvl1pPr>
            <a:lvl2pPr marL="96012" indent="0">
              <a:buNone/>
              <a:defRPr sz="420" b="1"/>
            </a:lvl2pPr>
            <a:lvl3pPr marL="192024" indent="0">
              <a:buNone/>
              <a:defRPr sz="378" b="1"/>
            </a:lvl3pPr>
            <a:lvl4pPr marL="288036" indent="0">
              <a:buNone/>
              <a:defRPr sz="336" b="1"/>
            </a:lvl4pPr>
            <a:lvl5pPr marL="384048" indent="0">
              <a:buNone/>
              <a:defRPr sz="336" b="1"/>
            </a:lvl5pPr>
            <a:lvl6pPr marL="480060" indent="0">
              <a:buNone/>
              <a:defRPr sz="336" b="1"/>
            </a:lvl6pPr>
            <a:lvl7pPr marL="576072" indent="0">
              <a:buNone/>
              <a:defRPr sz="336" b="1"/>
            </a:lvl7pPr>
            <a:lvl8pPr marL="672084" indent="0">
              <a:buNone/>
              <a:defRPr sz="336" b="1"/>
            </a:lvl8pPr>
            <a:lvl9pPr marL="768096" indent="0">
              <a:buNone/>
              <a:defRPr sz="336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1178" y="525950"/>
            <a:ext cx="2893868" cy="773593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63022" y="352967"/>
            <a:ext cx="2908120" cy="172983"/>
          </a:xfrm>
        </p:spPr>
        <p:txBody>
          <a:bodyPr anchor="b"/>
          <a:lstStyle>
            <a:lvl1pPr marL="0" indent="0">
              <a:buNone/>
              <a:defRPr sz="504" b="1"/>
            </a:lvl1pPr>
            <a:lvl2pPr marL="96012" indent="0">
              <a:buNone/>
              <a:defRPr sz="420" b="1"/>
            </a:lvl2pPr>
            <a:lvl3pPr marL="192024" indent="0">
              <a:buNone/>
              <a:defRPr sz="378" b="1"/>
            </a:lvl3pPr>
            <a:lvl4pPr marL="288036" indent="0">
              <a:buNone/>
              <a:defRPr sz="336" b="1"/>
            </a:lvl4pPr>
            <a:lvl5pPr marL="384048" indent="0">
              <a:buNone/>
              <a:defRPr sz="336" b="1"/>
            </a:lvl5pPr>
            <a:lvl6pPr marL="480060" indent="0">
              <a:buNone/>
              <a:defRPr sz="336" b="1"/>
            </a:lvl6pPr>
            <a:lvl7pPr marL="576072" indent="0">
              <a:buNone/>
              <a:defRPr sz="336" b="1"/>
            </a:lvl7pPr>
            <a:lvl8pPr marL="672084" indent="0">
              <a:buNone/>
              <a:defRPr sz="336" b="1"/>
            </a:lvl8pPr>
            <a:lvl9pPr marL="768096" indent="0">
              <a:buNone/>
              <a:defRPr sz="336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63022" y="525950"/>
            <a:ext cx="2908120" cy="773593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FD163-5075-418D-B9CC-17BBE0A86C25}" type="datetimeFigureOut">
              <a:rPr lang="de-DE" smtClean="0"/>
              <a:t>22.11.2022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152C3-1703-4A3E-8A16-43D4FD5A427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089401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FD163-5075-418D-B9CC-17BBE0A86C25}" type="datetimeFigureOut">
              <a:rPr lang="de-DE" smtClean="0"/>
              <a:t>22.11.2022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152C3-1703-4A3E-8A16-43D4FD5A427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845358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FD163-5075-418D-B9CC-17BBE0A86C25}" type="datetimeFigureOut">
              <a:rPr lang="de-DE" smtClean="0"/>
              <a:t>22.11.2022</a:t>
            </a:fld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152C3-1703-4A3E-8A16-43D4FD5A427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799889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1178" y="95991"/>
            <a:ext cx="2206251" cy="335968"/>
          </a:xfrm>
        </p:spPr>
        <p:txBody>
          <a:bodyPr anchor="b"/>
          <a:lstStyle>
            <a:lvl1pPr>
              <a:defRPr sz="672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08120" y="207314"/>
            <a:ext cx="3463022" cy="1023236"/>
          </a:xfrm>
        </p:spPr>
        <p:txBody>
          <a:bodyPr/>
          <a:lstStyle>
            <a:lvl1pPr>
              <a:defRPr sz="672"/>
            </a:lvl1pPr>
            <a:lvl2pPr>
              <a:defRPr sz="588"/>
            </a:lvl2pPr>
            <a:lvl3pPr>
              <a:defRPr sz="504"/>
            </a:lvl3pPr>
            <a:lvl4pPr>
              <a:defRPr sz="420"/>
            </a:lvl4pPr>
            <a:lvl5pPr>
              <a:defRPr sz="420"/>
            </a:lvl5pPr>
            <a:lvl6pPr>
              <a:defRPr sz="420"/>
            </a:lvl6pPr>
            <a:lvl7pPr>
              <a:defRPr sz="420"/>
            </a:lvl7pPr>
            <a:lvl8pPr>
              <a:defRPr sz="420"/>
            </a:lvl8pPr>
            <a:lvl9pPr>
              <a:defRPr sz="42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1178" y="431959"/>
            <a:ext cx="2206251" cy="800257"/>
          </a:xfrm>
        </p:spPr>
        <p:txBody>
          <a:bodyPr/>
          <a:lstStyle>
            <a:lvl1pPr marL="0" indent="0">
              <a:buNone/>
              <a:defRPr sz="336"/>
            </a:lvl1pPr>
            <a:lvl2pPr marL="96012" indent="0">
              <a:buNone/>
              <a:defRPr sz="294"/>
            </a:lvl2pPr>
            <a:lvl3pPr marL="192024" indent="0">
              <a:buNone/>
              <a:defRPr sz="252"/>
            </a:lvl3pPr>
            <a:lvl4pPr marL="288036" indent="0">
              <a:buNone/>
              <a:defRPr sz="210"/>
            </a:lvl4pPr>
            <a:lvl5pPr marL="384048" indent="0">
              <a:buNone/>
              <a:defRPr sz="210"/>
            </a:lvl5pPr>
            <a:lvl6pPr marL="480060" indent="0">
              <a:buNone/>
              <a:defRPr sz="210"/>
            </a:lvl6pPr>
            <a:lvl7pPr marL="576072" indent="0">
              <a:buNone/>
              <a:defRPr sz="210"/>
            </a:lvl7pPr>
            <a:lvl8pPr marL="672084" indent="0">
              <a:buNone/>
              <a:defRPr sz="210"/>
            </a:lvl8pPr>
            <a:lvl9pPr marL="768096" indent="0">
              <a:buNone/>
              <a:defRPr sz="21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FD163-5075-418D-B9CC-17BBE0A86C25}" type="datetimeFigureOut">
              <a:rPr lang="de-DE" smtClean="0"/>
              <a:t>22.11.2022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152C3-1703-4A3E-8A16-43D4FD5A427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370196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1178" y="95991"/>
            <a:ext cx="2206251" cy="335968"/>
          </a:xfrm>
        </p:spPr>
        <p:txBody>
          <a:bodyPr anchor="b"/>
          <a:lstStyle>
            <a:lvl1pPr>
              <a:defRPr sz="672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08120" y="207314"/>
            <a:ext cx="3463022" cy="1023236"/>
          </a:xfrm>
        </p:spPr>
        <p:txBody>
          <a:bodyPr anchor="t"/>
          <a:lstStyle>
            <a:lvl1pPr marL="0" indent="0">
              <a:buNone/>
              <a:defRPr sz="672"/>
            </a:lvl1pPr>
            <a:lvl2pPr marL="96012" indent="0">
              <a:buNone/>
              <a:defRPr sz="588"/>
            </a:lvl2pPr>
            <a:lvl3pPr marL="192024" indent="0">
              <a:buNone/>
              <a:defRPr sz="504"/>
            </a:lvl3pPr>
            <a:lvl4pPr marL="288036" indent="0">
              <a:buNone/>
              <a:defRPr sz="420"/>
            </a:lvl4pPr>
            <a:lvl5pPr marL="384048" indent="0">
              <a:buNone/>
              <a:defRPr sz="420"/>
            </a:lvl5pPr>
            <a:lvl6pPr marL="480060" indent="0">
              <a:buNone/>
              <a:defRPr sz="420"/>
            </a:lvl6pPr>
            <a:lvl7pPr marL="576072" indent="0">
              <a:buNone/>
              <a:defRPr sz="420"/>
            </a:lvl7pPr>
            <a:lvl8pPr marL="672084" indent="0">
              <a:buNone/>
              <a:defRPr sz="420"/>
            </a:lvl8pPr>
            <a:lvl9pPr marL="768096" indent="0">
              <a:buNone/>
              <a:defRPr sz="42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1178" y="431959"/>
            <a:ext cx="2206251" cy="800257"/>
          </a:xfrm>
        </p:spPr>
        <p:txBody>
          <a:bodyPr/>
          <a:lstStyle>
            <a:lvl1pPr marL="0" indent="0">
              <a:buNone/>
              <a:defRPr sz="336"/>
            </a:lvl1pPr>
            <a:lvl2pPr marL="96012" indent="0">
              <a:buNone/>
              <a:defRPr sz="294"/>
            </a:lvl2pPr>
            <a:lvl3pPr marL="192024" indent="0">
              <a:buNone/>
              <a:defRPr sz="252"/>
            </a:lvl3pPr>
            <a:lvl4pPr marL="288036" indent="0">
              <a:buNone/>
              <a:defRPr sz="210"/>
            </a:lvl4pPr>
            <a:lvl5pPr marL="384048" indent="0">
              <a:buNone/>
              <a:defRPr sz="210"/>
            </a:lvl5pPr>
            <a:lvl6pPr marL="480060" indent="0">
              <a:buNone/>
              <a:defRPr sz="210"/>
            </a:lvl6pPr>
            <a:lvl7pPr marL="576072" indent="0">
              <a:buNone/>
              <a:defRPr sz="210"/>
            </a:lvl7pPr>
            <a:lvl8pPr marL="672084" indent="0">
              <a:buNone/>
              <a:defRPr sz="210"/>
            </a:lvl8pPr>
            <a:lvl9pPr marL="768096" indent="0">
              <a:buNone/>
              <a:defRPr sz="21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FD163-5075-418D-B9CC-17BBE0A86C25}" type="datetimeFigureOut">
              <a:rPr lang="de-DE" smtClean="0"/>
              <a:t>22.11.2022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152C3-1703-4A3E-8A16-43D4FD5A427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889815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FD163-5075-418D-B9CC-17BBE0A86C25}" type="datetimeFigureOut">
              <a:rPr lang="de-DE" smtClean="0"/>
              <a:t>22.11.2022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152C3-1703-4A3E-8A16-43D4FD5A427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06199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895260" y="76660"/>
            <a:ext cx="1474991" cy="1220217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0287" y="76660"/>
            <a:ext cx="4339466" cy="1220217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FD163-5075-418D-B9CC-17BBE0A86C25}" type="datetimeFigureOut">
              <a:rPr lang="de-DE" smtClean="0"/>
              <a:t>22.11.2022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152C3-1703-4A3E-8A16-43D4FD5A427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791819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0287" y="76659"/>
            <a:ext cx="5899964" cy="2783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0287" y="383297"/>
            <a:ext cx="5899964" cy="9135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0287" y="1334540"/>
            <a:ext cx="1539121" cy="7665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5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DFD163-5075-418D-B9CC-17BBE0A86C25}" type="datetimeFigureOut">
              <a:rPr lang="de-DE" smtClean="0"/>
              <a:t>22.11.2022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65928" y="1334540"/>
            <a:ext cx="2308682" cy="7665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5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31130" y="1334540"/>
            <a:ext cx="1539121" cy="7665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5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4152C3-1703-4A3E-8A16-43D4FD5A427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742573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192024" rtl="0" eaLnBrk="1" latinLnBrk="0" hangingPunct="1">
        <a:lnSpc>
          <a:spcPct val="90000"/>
        </a:lnSpc>
        <a:spcBef>
          <a:spcPct val="0"/>
        </a:spcBef>
        <a:buNone/>
        <a:defRPr sz="92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8006" indent="-48006" algn="l" defTabSz="192024" rtl="0" eaLnBrk="1" latinLnBrk="0" hangingPunct="1">
        <a:lnSpc>
          <a:spcPct val="90000"/>
        </a:lnSpc>
        <a:spcBef>
          <a:spcPts val="210"/>
        </a:spcBef>
        <a:buFont typeface="Arial" panose="020B0604020202020204" pitchFamily="34" charset="0"/>
        <a:buChar char="•"/>
        <a:defRPr sz="588" kern="1200">
          <a:solidFill>
            <a:schemeClr val="tx1"/>
          </a:solidFill>
          <a:latin typeface="+mn-lt"/>
          <a:ea typeface="+mn-ea"/>
          <a:cs typeface="+mn-cs"/>
        </a:defRPr>
      </a:lvl1pPr>
      <a:lvl2pPr marL="144018" indent="-48006" algn="l" defTabSz="192024" rtl="0" eaLnBrk="1" latinLnBrk="0" hangingPunct="1">
        <a:lnSpc>
          <a:spcPct val="90000"/>
        </a:lnSpc>
        <a:spcBef>
          <a:spcPts val="105"/>
        </a:spcBef>
        <a:buFont typeface="Arial" panose="020B0604020202020204" pitchFamily="34" charset="0"/>
        <a:buChar char="•"/>
        <a:defRPr sz="504" kern="1200">
          <a:solidFill>
            <a:schemeClr val="tx1"/>
          </a:solidFill>
          <a:latin typeface="+mn-lt"/>
          <a:ea typeface="+mn-ea"/>
          <a:cs typeface="+mn-cs"/>
        </a:defRPr>
      </a:lvl2pPr>
      <a:lvl3pPr marL="240030" indent="-48006" algn="l" defTabSz="192024" rtl="0" eaLnBrk="1" latinLnBrk="0" hangingPunct="1">
        <a:lnSpc>
          <a:spcPct val="90000"/>
        </a:lnSpc>
        <a:spcBef>
          <a:spcPts val="105"/>
        </a:spcBef>
        <a:buFont typeface="Arial" panose="020B0604020202020204" pitchFamily="34" charset="0"/>
        <a:buChar char="•"/>
        <a:defRPr sz="420" kern="1200">
          <a:solidFill>
            <a:schemeClr val="tx1"/>
          </a:solidFill>
          <a:latin typeface="+mn-lt"/>
          <a:ea typeface="+mn-ea"/>
          <a:cs typeface="+mn-cs"/>
        </a:defRPr>
      </a:lvl3pPr>
      <a:lvl4pPr marL="336042" indent="-48006" algn="l" defTabSz="192024" rtl="0" eaLnBrk="1" latinLnBrk="0" hangingPunct="1">
        <a:lnSpc>
          <a:spcPct val="90000"/>
        </a:lnSpc>
        <a:spcBef>
          <a:spcPts val="105"/>
        </a:spcBef>
        <a:buFont typeface="Arial" panose="020B0604020202020204" pitchFamily="34" charset="0"/>
        <a:buChar char="•"/>
        <a:defRPr sz="378" kern="1200">
          <a:solidFill>
            <a:schemeClr val="tx1"/>
          </a:solidFill>
          <a:latin typeface="+mn-lt"/>
          <a:ea typeface="+mn-ea"/>
          <a:cs typeface="+mn-cs"/>
        </a:defRPr>
      </a:lvl4pPr>
      <a:lvl5pPr marL="432054" indent="-48006" algn="l" defTabSz="192024" rtl="0" eaLnBrk="1" latinLnBrk="0" hangingPunct="1">
        <a:lnSpc>
          <a:spcPct val="90000"/>
        </a:lnSpc>
        <a:spcBef>
          <a:spcPts val="105"/>
        </a:spcBef>
        <a:buFont typeface="Arial" panose="020B0604020202020204" pitchFamily="34" charset="0"/>
        <a:buChar char="•"/>
        <a:defRPr sz="378" kern="1200">
          <a:solidFill>
            <a:schemeClr val="tx1"/>
          </a:solidFill>
          <a:latin typeface="+mn-lt"/>
          <a:ea typeface="+mn-ea"/>
          <a:cs typeface="+mn-cs"/>
        </a:defRPr>
      </a:lvl5pPr>
      <a:lvl6pPr marL="528066" indent="-48006" algn="l" defTabSz="192024" rtl="0" eaLnBrk="1" latinLnBrk="0" hangingPunct="1">
        <a:lnSpc>
          <a:spcPct val="90000"/>
        </a:lnSpc>
        <a:spcBef>
          <a:spcPts val="105"/>
        </a:spcBef>
        <a:buFont typeface="Arial" panose="020B0604020202020204" pitchFamily="34" charset="0"/>
        <a:buChar char="•"/>
        <a:defRPr sz="378" kern="1200">
          <a:solidFill>
            <a:schemeClr val="tx1"/>
          </a:solidFill>
          <a:latin typeface="+mn-lt"/>
          <a:ea typeface="+mn-ea"/>
          <a:cs typeface="+mn-cs"/>
        </a:defRPr>
      </a:lvl6pPr>
      <a:lvl7pPr marL="624078" indent="-48006" algn="l" defTabSz="192024" rtl="0" eaLnBrk="1" latinLnBrk="0" hangingPunct="1">
        <a:lnSpc>
          <a:spcPct val="90000"/>
        </a:lnSpc>
        <a:spcBef>
          <a:spcPts val="105"/>
        </a:spcBef>
        <a:buFont typeface="Arial" panose="020B0604020202020204" pitchFamily="34" charset="0"/>
        <a:buChar char="•"/>
        <a:defRPr sz="378" kern="1200">
          <a:solidFill>
            <a:schemeClr val="tx1"/>
          </a:solidFill>
          <a:latin typeface="+mn-lt"/>
          <a:ea typeface="+mn-ea"/>
          <a:cs typeface="+mn-cs"/>
        </a:defRPr>
      </a:lvl7pPr>
      <a:lvl8pPr marL="720090" indent="-48006" algn="l" defTabSz="192024" rtl="0" eaLnBrk="1" latinLnBrk="0" hangingPunct="1">
        <a:lnSpc>
          <a:spcPct val="90000"/>
        </a:lnSpc>
        <a:spcBef>
          <a:spcPts val="105"/>
        </a:spcBef>
        <a:buFont typeface="Arial" panose="020B0604020202020204" pitchFamily="34" charset="0"/>
        <a:buChar char="•"/>
        <a:defRPr sz="378" kern="1200">
          <a:solidFill>
            <a:schemeClr val="tx1"/>
          </a:solidFill>
          <a:latin typeface="+mn-lt"/>
          <a:ea typeface="+mn-ea"/>
          <a:cs typeface="+mn-cs"/>
        </a:defRPr>
      </a:lvl8pPr>
      <a:lvl9pPr marL="816102" indent="-48006" algn="l" defTabSz="192024" rtl="0" eaLnBrk="1" latinLnBrk="0" hangingPunct="1">
        <a:lnSpc>
          <a:spcPct val="90000"/>
        </a:lnSpc>
        <a:spcBef>
          <a:spcPts val="105"/>
        </a:spcBef>
        <a:buFont typeface="Arial" panose="020B0604020202020204" pitchFamily="34" charset="0"/>
        <a:buChar char="•"/>
        <a:defRPr sz="37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92024" rtl="0" eaLnBrk="1" latinLnBrk="0" hangingPunct="1">
        <a:defRPr sz="378" kern="1200">
          <a:solidFill>
            <a:schemeClr val="tx1"/>
          </a:solidFill>
          <a:latin typeface="+mn-lt"/>
          <a:ea typeface="+mn-ea"/>
          <a:cs typeface="+mn-cs"/>
        </a:defRPr>
      </a:lvl1pPr>
      <a:lvl2pPr marL="96012" algn="l" defTabSz="192024" rtl="0" eaLnBrk="1" latinLnBrk="0" hangingPunct="1">
        <a:defRPr sz="378" kern="1200">
          <a:solidFill>
            <a:schemeClr val="tx1"/>
          </a:solidFill>
          <a:latin typeface="+mn-lt"/>
          <a:ea typeface="+mn-ea"/>
          <a:cs typeface="+mn-cs"/>
        </a:defRPr>
      </a:lvl2pPr>
      <a:lvl3pPr marL="192024" algn="l" defTabSz="192024" rtl="0" eaLnBrk="1" latinLnBrk="0" hangingPunct="1">
        <a:defRPr sz="378" kern="1200">
          <a:solidFill>
            <a:schemeClr val="tx1"/>
          </a:solidFill>
          <a:latin typeface="+mn-lt"/>
          <a:ea typeface="+mn-ea"/>
          <a:cs typeface="+mn-cs"/>
        </a:defRPr>
      </a:lvl3pPr>
      <a:lvl4pPr marL="288036" algn="l" defTabSz="192024" rtl="0" eaLnBrk="1" latinLnBrk="0" hangingPunct="1">
        <a:defRPr sz="378" kern="1200">
          <a:solidFill>
            <a:schemeClr val="tx1"/>
          </a:solidFill>
          <a:latin typeface="+mn-lt"/>
          <a:ea typeface="+mn-ea"/>
          <a:cs typeface="+mn-cs"/>
        </a:defRPr>
      </a:lvl4pPr>
      <a:lvl5pPr marL="384048" algn="l" defTabSz="192024" rtl="0" eaLnBrk="1" latinLnBrk="0" hangingPunct="1">
        <a:defRPr sz="378" kern="1200">
          <a:solidFill>
            <a:schemeClr val="tx1"/>
          </a:solidFill>
          <a:latin typeface="+mn-lt"/>
          <a:ea typeface="+mn-ea"/>
          <a:cs typeface="+mn-cs"/>
        </a:defRPr>
      </a:lvl5pPr>
      <a:lvl6pPr marL="480060" algn="l" defTabSz="192024" rtl="0" eaLnBrk="1" latinLnBrk="0" hangingPunct="1">
        <a:defRPr sz="378" kern="1200">
          <a:solidFill>
            <a:schemeClr val="tx1"/>
          </a:solidFill>
          <a:latin typeface="+mn-lt"/>
          <a:ea typeface="+mn-ea"/>
          <a:cs typeface="+mn-cs"/>
        </a:defRPr>
      </a:lvl6pPr>
      <a:lvl7pPr marL="576072" algn="l" defTabSz="192024" rtl="0" eaLnBrk="1" latinLnBrk="0" hangingPunct="1">
        <a:defRPr sz="378" kern="1200">
          <a:solidFill>
            <a:schemeClr val="tx1"/>
          </a:solidFill>
          <a:latin typeface="+mn-lt"/>
          <a:ea typeface="+mn-ea"/>
          <a:cs typeface="+mn-cs"/>
        </a:defRPr>
      </a:lvl7pPr>
      <a:lvl8pPr marL="672084" algn="l" defTabSz="192024" rtl="0" eaLnBrk="1" latinLnBrk="0" hangingPunct="1">
        <a:defRPr sz="378" kern="1200">
          <a:solidFill>
            <a:schemeClr val="tx1"/>
          </a:solidFill>
          <a:latin typeface="+mn-lt"/>
          <a:ea typeface="+mn-ea"/>
          <a:cs typeface="+mn-cs"/>
        </a:defRPr>
      </a:lvl8pPr>
      <a:lvl9pPr marL="768096" algn="l" defTabSz="192024" rtl="0" eaLnBrk="1" latinLnBrk="0" hangingPunct="1">
        <a:defRPr sz="37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uppieren 17">
            <a:extLst>
              <a:ext uri="{FF2B5EF4-FFF2-40B4-BE49-F238E27FC236}">
                <a16:creationId xmlns:a16="http://schemas.microsoft.com/office/drawing/2014/main" id="{FB1F96FC-EFDF-51A9-B960-C1C519DDB02B}"/>
              </a:ext>
            </a:extLst>
          </p:cNvPr>
          <p:cNvGrpSpPr/>
          <p:nvPr/>
        </p:nvGrpSpPr>
        <p:grpSpPr>
          <a:xfrm>
            <a:off x="324863" y="180323"/>
            <a:ext cx="6190815" cy="1079219"/>
            <a:chOff x="3000592" y="2889390"/>
            <a:chExt cx="6190815" cy="1079219"/>
          </a:xfrm>
        </p:grpSpPr>
        <p:cxnSp>
          <p:nvCxnSpPr>
            <p:cNvPr id="5" name="Gerader Verbinder 4">
              <a:extLst>
                <a:ext uri="{FF2B5EF4-FFF2-40B4-BE49-F238E27FC236}">
                  <a16:creationId xmlns:a16="http://schemas.microsoft.com/office/drawing/2014/main" id="{ACA63858-79C2-7E47-90AB-72E4397D6D5D}"/>
                </a:ext>
              </a:extLst>
            </p:cNvPr>
            <p:cNvCxnSpPr/>
            <p:nvPr/>
          </p:nvCxnSpPr>
          <p:spPr>
            <a:xfrm>
              <a:off x="4015559" y="3074056"/>
              <a:ext cx="1293962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  <a:headEnd type="oval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Gerader Verbinder 5">
              <a:extLst>
                <a:ext uri="{FF2B5EF4-FFF2-40B4-BE49-F238E27FC236}">
                  <a16:creationId xmlns:a16="http://schemas.microsoft.com/office/drawing/2014/main" id="{D8DFC92E-97FA-7EAE-83B4-FAD8F01D752B}"/>
                </a:ext>
              </a:extLst>
            </p:cNvPr>
            <p:cNvCxnSpPr>
              <a:cxnSpLocks/>
            </p:cNvCxnSpPr>
            <p:nvPr/>
          </p:nvCxnSpPr>
          <p:spPr>
            <a:xfrm>
              <a:off x="4015559" y="3425183"/>
              <a:ext cx="4626372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headEnd type="oval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Gerader Verbinder 8">
              <a:extLst>
                <a:ext uri="{FF2B5EF4-FFF2-40B4-BE49-F238E27FC236}">
                  <a16:creationId xmlns:a16="http://schemas.microsoft.com/office/drawing/2014/main" id="{867C5D4B-E126-D79E-8E6F-D7AE5C73F601}"/>
                </a:ext>
              </a:extLst>
            </p:cNvPr>
            <p:cNvCxnSpPr/>
            <p:nvPr/>
          </p:nvCxnSpPr>
          <p:spPr>
            <a:xfrm>
              <a:off x="4015559" y="3799111"/>
              <a:ext cx="1293962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  <a:headEnd type="oval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Gerader Verbinder 9">
              <a:extLst>
                <a:ext uri="{FF2B5EF4-FFF2-40B4-BE49-F238E27FC236}">
                  <a16:creationId xmlns:a16="http://schemas.microsoft.com/office/drawing/2014/main" id="{CB830099-0E55-94B1-88E4-A6CFB79A7F07}"/>
                </a:ext>
              </a:extLst>
            </p:cNvPr>
            <p:cNvCxnSpPr/>
            <p:nvPr/>
          </p:nvCxnSpPr>
          <p:spPr>
            <a:xfrm>
              <a:off x="5309521" y="3793447"/>
              <a:ext cx="1293962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  <a:headEnd type="oval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Gerader Verbinder 10">
              <a:extLst>
                <a:ext uri="{FF2B5EF4-FFF2-40B4-BE49-F238E27FC236}">
                  <a16:creationId xmlns:a16="http://schemas.microsoft.com/office/drawing/2014/main" id="{871E0AC7-E3AF-1D3C-A746-83C29ED82AE2}"/>
                </a:ext>
              </a:extLst>
            </p:cNvPr>
            <p:cNvCxnSpPr/>
            <p:nvPr/>
          </p:nvCxnSpPr>
          <p:spPr>
            <a:xfrm>
              <a:off x="6603483" y="3799111"/>
              <a:ext cx="1293962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  <a:headEnd type="oval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Gerader Verbinder 11">
              <a:extLst>
                <a:ext uri="{FF2B5EF4-FFF2-40B4-BE49-F238E27FC236}">
                  <a16:creationId xmlns:a16="http://schemas.microsoft.com/office/drawing/2014/main" id="{25ECA643-825D-1E93-B42F-1BA7ABA736DF}"/>
                </a:ext>
              </a:extLst>
            </p:cNvPr>
            <p:cNvCxnSpPr/>
            <p:nvPr/>
          </p:nvCxnSpPr>
          <p:spPr>
            <a:xfrm>
              <a:off x="7897445" y="3799111"/>
              <a:ext cx="1293962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  <a:headEnd type="oval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4" name="Textfeld 13">
                  <a:extLst>
                    <a:ext uri="{FF2B5EF4-FFF2-40B4-BE49-F238E27FC236}">
                      <a16:creationId xmlns:a16="http://schemas.microsoft.com/office/drawing/2014/main" id="{D5A3EB56-2CAC-45EF-EBFB-8E99A15C86AD}"/>
                    </a:ext>
                  </a:extLst>
                </p:cNvPr>
                <p:cNvSpPr txBox="1"/>
                <p:nvPr/>
              </p:nvSpPr>
              <p:spPr>
                <a:xfrm>
                  <a:off x="3599412" y="2889390"/>
                  <a:ext cx="36798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i="1"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de-DE" dirty="0"/>
                </a:p>
              </p:txBody>
            </p:sp>
          </mc:Choice>
          <mc:Fallback>
            <p:sp>
              <p:nvSpPr>
                <p:cNvPr id="14" name="Textfeld 13">
                  <a:extLst>
                    <a:ext uri="{FF2B5EF4-FFF2-40B4-BE49-F238E27FC236}">
                      <a16:creationId xmlns:a16="http://schemas.microsoft.com/office/drawing/2014/main" id="{D5A3EB56-2CAC-45EF-EBFB-8E99A15C86A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99412" y="2889390"/>
                  <a:ext cx="367986" cy="36933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5" name="Textfeld 14">
                  <a:extLst>
                    <a:ext uri="{FF2B5EF4-FFF2-40B4-BE49-F238E27FC236}">
                      <a16:creationId xmlns:a16="http://schemas.microsoft.com/office/drawing/2014/main" id="{75EC287A-E2A7-EB00-013C-F572F79B5EF9}"/>
                    </a:ext>
                  </a:extLst>
                </p:cNvPr>
                <p:cNvSpPr txBox="1"/>
                <p:nvPr/>
              </p:nvSpPr>
              <p:spPr>
                <a:xfrm>
                  <a:off x="3581039" y="3229945"/>
                  <a:ext cx="36798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i="1"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de-DE" dirty="0"/>
                </a:p>
              </p:txBody>
            </p:sp>
          </mc:Choice>
          <mc:Fallback>
            <p:sp>
              <p:nvSpPr>
                <p:cNvPr id="15" name="Textfeld 14">
                  <a:extLst>
                    <a:ext uri="{FF2B5EF4-FFF2-40B4-BE49-F238E27FC236}">
                      <a16:creationId xmlns:a16="http://schemas.microsoft.com/office/drawing/2014/main" id="{75EC287A-E2A7-EB00-013C-F572F79B5EF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81039" y="3229945"/>
                  <a:ext cx="367986" cy="369332"/>
                </a:xfrm>
                <a:prstGeom prst="rect">
                  <a:avLst/>
                </a:prstGeom>
                <a:blipFill>
                  <a:blip r:embed="rId3"/>
                  <a:stretch>
                    <a:fillRect b="-6557"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6" name="Textfeld 15">
                  <a:extLst>
                    <a:ext uri="{FF2B5EF4-FFF2-40B4-BE49-F238E27FC236}">
                      <a16:creationId xmlns:a16="http://schemas.microsoft.com/office/drawing/2014/main" id="{C8C90732-0ADD-BF12-E5B6-675FA2BAD1F5}"/>
                    </a:ext>
                  </a:extLst>
                </p:cNvPr>
                <p:cNvSpPr txBox="1"/>
                <p:nvPr/>
              </p:nvSpPr>
              <p:spPr>
                <a:xfrm>
                  <a:off x="3000592" y="3599277"/>
                  <a:ext cx="93140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i="1"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de-DE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de-DE" i="1">
                            <a:latin typeface="Cambria Math" panose="02040503050406030204" pitchFamily="18" charset="0"/>
                          </a:rPr>
                          <m:t>&gt;</m:t>
                        </m:r>
                        <m:r>
                          <a:rPr lang="de-DE" i="1"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de-DE" dirty="0"/>
                </a:p>
              </p:txBody>
            </p:sp>
          </mc:Choice>
          <mc:Fallback>
            <p:sp>
              <p:nvSpPr>
                <p:cNvPr id="16" name="Textfeld 15">
                  <a:extLst>
                    <a:ext uri="{FF2B5EF4-FFF2-40B4-BE49-F238E27FC236}">
                      <a16:creationId xmlns:a16="http://schemas.microsoft.com/office/drawing/2014/main" id="{C8C90732-0ADD-BF12-E5B6-675FA2BAD1F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00592" y="3599277"/>
                  <a:ext cx="931409" cy="369332"/>
                </a:xfrm>
                <a:prstGeom prst="rect">
                  <a:avLst/>
                </a:prstGeom>
                <a:blipFill>
                  <a:blip r:embed="rId4"/>
                  <a:stretch>
                    <a:fillRect b="-6557"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7632066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6</Words>
  <Application>Microsoft Office PowerPoint</Application>
  <PresentationFormat>Benutzerdefiniert</PresentationFormat>
  <Paragraphs>3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Cambria Math</vt:lpstr>
      <vt:lpstr>Office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Dirk Ostwald</dc:creator>
  <cp:lastModifiedBy>Dirk Ostwald</cp:lastModifiedBy>
  <cp:revision>2</cp:revision>
  <dcterms:created xsi:type="dcterms:W3CDTF">2022-11-22T10:13:06Z</dcterms:created>
  <dcterms:modified xsi:type="dcterms:W3CDTF">2022-11-22T10:20:48Z</dcterms:modified>
</cp:coreProperties>
</file>