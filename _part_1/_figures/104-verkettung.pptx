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</p:sldIdLst>
  <p:sldSz cx="3600450" cy="2519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92" autoAdjust="0"/>
    <p:restoredTop sz="94660"/>
  </p:normalViewPr>
  <p:slideViewPr>
    <p:cSldViewPr snapToGrid="0">
      <p:cViewPr varScale="1">
        <p:scale>
          <a:sx n="209" d="100"/>
          <a:sy n="209" d="100"/>
        </p:scale>
        <p:origin x="1560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412312"/>
            <a:ext cx="3060383" cy="877112"/>
          </a:xfrm>
        </p:spPr>
        <p:txBody>
          <a:bodyPr anchor="b"/>
          <a:lstStyle>
            <a:lvl1pPr algn="ctr">
              <a:defRPr sz="22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323249"/>
            <a:ext cx="2700338" cy="608263"/>
          </a:xfrm>
        </p:spPr>
        <p:txBody>
          <a:bodyPr/>
          <a:lstStyle>
            <a:lvl1pPr marL="0" indent="0" algn="ctr">
              <a:buNone/>
              <a:defRPr sz="882"/>
            </a:lvl1pPr>
            <a:lvl2pPr marL="167975" indent="0" algn="ctr">
              <a:buNone/>
              <a:defRPr sz="735"/>
            </a:lvl2pPr>
            <a:lvl3pPr marL="335951" indent="0" algn="ctr">
              <a:buNone/>
              <a:defRPr sz="661"/>
            </a:lvl3pPr>
            <a:lvl4pPr marL="503926" indent="0" algn="ctr">
              <a:buNone/>
              <a:defRPr sz="588"/>
            </a:lvl4pPr>
            <a:lvl5pPr marL="671901" indent="0" algn="ctr">
              <a:buNone/>
              <a:defRPr sz="588"/>
            </a:lvl5pPr>
            <a:lvl6pPr marL="839876" indent="0" algn="ctr">
              <a:buNone/>
              <a:defRPr sz="588"/>
            </a:lvl6pPr>
            <a:lvl7pPr marL="1007852" indent="0" algn="ctr">
              <a:buNone/>
              <a:defRPr sz="588"/>
            </a:lvl7pPr>
            <a:lvl8pPr marL="1175827" indent="0" algn="ctr">
              <a:buNone/>
              <a:defRPr sz="588"/>
            </a:lvl8pPr>
            <a:lvl9pPr marL="1343802" indent="0" algn="ctr">
              <a:buNone/>
              <a:defRPr sz="588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7833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473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628092"/>
            <a:ext cx="3105388" cy="1047985"/>
          </a:xfrm>
        </p:spPr>
        <p:txBody>
          <a:bodyPr anchor="b"/>
          <a:lstStyle>
            <a:lvl1pPr>
              <a:defRPr sz="22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1685991"/>
            <a:ext cx="3105388" cy="551110"/>
          </a:xfrm>
        </p:spPr>
        <p:txBody>
          <a:bodyPr/>
          <a:lstStyle>
            <a:lvl1pPr marL="0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1pPr>
            <a:lvl2pPr marL="167975" indent="0">
              <a:buNone/>
              <a:defRPr sz="735">
                <a:solidFill>
                  <a:schemeClr val="tx1">
                    <a:tint val="82000"/>
                  </a:schemeClr>
                </a:solidFill>
              </a:defRPr>
            </a:lvl2pPr>
            <a:lvl3pPr marL="335951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3pPr>
            <a:lvl4pPr marL="503926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4pPr>
            <a:lvl5pPr marL="671901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5pPr>
            <a:lvl6pPr marL="839876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6pPr>
            <a:lvl7pPr marL="1007852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7pPr>
            <a:lvl8pPr marL="1175827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8pPr>
            <a:lvl9pPr marL="1343802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2314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670664"/>
            <a:ext cx="1530191" cy="15985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670664"/>
            <a:ext cx="1530191" cy="15985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3391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34133"/>
            <a:ext cx="3105388" cy="48696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617594"/>
            <a:ext cx="1523159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920267"/>
            <a:ext cx="1523159" cy="13535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617594"/>
            <a:ext cx="1530660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920267"/>
            <a:ext cx="1530660" cy="13535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5664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3056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0158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67958"/>
            <a:ext cx="1161239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362742"/>
            <a:ext cx="1822728" cy="1790381"/>
          </a:xfrm>
        </p:spPr>
        <p:txBody>
          <a:bodyPr/>
          <a:lstStyle>
            <a:lvl1pPr>
              <a:defRPr sz="1176"/>
            </a:lvl1pPr>
            <a:lvl2pPr>
              <a:defRPr sz="1029"/>
            </a:lvl2pPr>
            <a:lvl3pPr>
              <a:defRPr sz="882"/>
            </a:lvl3pPr>
            <a:lvl4pPr>
              <a:defRPr sz="735"/>
            </a:lvl4pPr>
            <a:lvl5pPr>
              <a:defRPr sz="735"/>
            </a:lvl5pPr>
            <a:lvl6pPr>
              <a:defRPr sz="735"/>
            </a:lvl6pPr>
            <a:lvl7pPr>
              <a:defRPr sz="735"/>
            </a:lvl7pPr>
            <a:lvl8pPr>
              <a:defRPr sz="735"/>
            </a:lvl8pPr>
            <a:lvl9pPr>
              <a:defRPr sz="73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755809"/>
            <a:ext cx="1161239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964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67958"/>
            <a:ext cx="1161239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362742"/>
            <a:ext cx="1822728" cy="1790381"/>
          </a:xfrm>
        </p:spPr>
        <p:txBody>
          <a:bodyPr anchor="t"/>
          <a:lstStyle>
            <a:lvl1pPr marL="0" indent="0">
              <a:buNone/>
              <a:defRPr sz="1176"/>
            </a:lvl1pPr>
            <a:lvl2pPr marL="167975" indent="0">
              <a:buNone/>
              <a:defRPr sz="1029"/>
            </a:lvl2pPr>
            <a:lvl3pPr marL="335951" indent="0">
              <a:buNone/>
              <a:defRPr sz="882"/>
            </a:lvl3pPr>
            <a:lvl4pPr marL="503926" indent="0">
              <a:buNone/>
              <a:defRPr sz="735"/>
            </a:lvl4pPr>
            <a:lvl5pPr marL="671901" indent="0">
              <a:buNone/>
              <a:defRPr sz="735"/>
            </a:lvl5pPr>
            <a:lvl6pPr marL="839876" indent="0">
              <a:buNone/>
              <a:defRPr sz="735"/>
            </a:lvl6pPr>
            <a:lvl7pPr marL="1007852" indent="0">
              <a:buNone/>
              <a:defRPr sz="735"/>
            </a:lvl7pPr>
            <a:lvl8pPr marL="1175827" indent="0">
              <a:buNone/>
              <a:defRPr sz="735"/>
            </a:lvl8pPr>
            <a:lvl9pPr marL="1343802" indent="0">
              <a:buNone/>
              <a:defRPr sz="73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755809"/>
            <a:ext cx="1161239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852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1394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34133"/>
            <a:ext cx="776347" cy="21350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34133"/>
            <a:ext cx="2284035" cy="21350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07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34133"/>
            <a:ext cx="3105388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670664"/>
            <a:ext cx="3105388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2335077"/>
            <a:ext cx="810101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35209-1814-487F-A442-B092F3359FD7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2335077"/>
            <a:ext cx="1215152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2335077"/>
            <a:ext cx="810101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911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335951" rtl="0" eaLnBrk="1" latinLnBrk="0" hangingPunct="1">
        <a:lnSpc>
          <a:spcPct val="90000"/>
        </a:lnSpc>
        <a:spcBef>
          <a:spcPct val="0"/>
        </a:spcBef>
        <a:buNone/>
        <a:defRPr sz="16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88" indent="-83988" algn="l" defTabSz="335951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029" kern="1200">
          <a:solidFill>
            <a:schemeClr val="tx1"/>
          </a:solidFill>
          <a:latin typeface="+mn-lt"/>
          <a:ea typeface="+mn-ea"/>
          <a:cs typeface="+mn-cs"/>
        </a:defRPr>
      </a:lvl1pPr>
      <a:lvl2pPr marL="25196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2pPr>
      <a:lvl3pPr marL="419938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3pPr>
      <a:lvl4pPr marL="58791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75588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923864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9183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259815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427790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7975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2pPr>
      <a:lvl3pPr marL="33595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3pPr>
      <a:lvl4pPr marL="50392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67190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83987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0785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175827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34380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lipse 21">
            <a:extLst>
              <a:ext uri="{FF2B5EF4-FFF2-40B4-BE49-F238E27FC236}">
                <a16:creationId xmlns:a16="http://schemas.microsoft.com/office/drawing/2014/main" id="{EBD8888C-D689-165A-F71E-FFCB1756617B}"/>
              </a:ext>
            </a:extLst>
          </p:cNvPr>
          <p:cNvSpPr/>
          <p:nvPr/>
        </p:nvSpPr>
        <p:spPr>
          <a:xfrm>
            <a:off x="2402159" y="1723189"/>
            <a:ext cx="726180" cy="733777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81CF6A9-F6FC-87DA-467A-2F40B162EAA2}"/>
              </a:ext>
            </a:extLst>
          </p:cNvPr>
          <p:cNvSpPr/>
          <p:nvPr/>
        </p:nvSpPr>
        <p:spPr>
          <a:xfrm>
            <a:off x="1416524" y="905260"/>
            <a:ext cx="709684" cy="733777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60FF7508-5926-0A44-5FD5-1ADDCDA1EC7B}"/>
              </a:ext>
            </a:extLst>
          </p:cNvPr>
          <p:cNvSpPr/>
          <p:nvPr/>
        </p:nvSpPr>
        <p:spPr>
          <a:xfrm>
            <a:off x="481900" y="76108"/>
            <a:ext cx="688225" cy="733777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C6CFA671-756B-97E6-38D9-D7F5368DCD08}"/>
                  </a:ext>
                </a:extLst>
              </p:cNvPr>
              <p:cNvSpPr txBox="1"/>
              <p:nvPr/>
            </p:nvSpPr>
            <p:spPr>
              <a:xfrm>
                <a:off x="166259" y="288245"/>
                <a:ext cx="35182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i="1" dirty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de-DE" sz="1400" dirty="0"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C6CFA671-756B-97E6-38D9-D7F5368DC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59" y="288245"/>
                <a:ext cx="351827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75E9E40-09CD-65CA-C565-CA85A867BB5F}"/>
                  </a:ext>
                </a:extLst>
              </p:cNvPr>
              <p:cNvSpPr txBox="1"/>
              <p:nvPr/>
            </p:nvSpPr>
            <p:spPr>
              <a:xfrm>
                <a:off x="1038318" y="1103847"/>
                <a:ext cx="3316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i="1" dirty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de-DE" sz="1400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75E9E40-09CD-65CA-C565-CA85A867B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318" y="1103847"/>
                <a:ext cx="33169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DC89ED9-B0F2-17A5-B8BC-505A948F49F2}"/>
                  </a:ext>
                </a:extLst>
              </p:cNvPr>
              <p:cNvSpPr txBox="1"/>
              <p:nvPr/>
            </p:nvSpPr>
            <p:spPr>
              <a:xfrm>
                <a:off x="2004432" y="1927704"/>
                <a:ext cx="3316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i="1" dirty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de-DE" sz="1400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DC89ED9-B0F2-17A5-B8BC-505A948F4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432" y="1927704"/>
                <a:ext cx="331694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CEEA877-5B5A-014A-ED84-7FE77112456B}"/>
              </a:ext>
            </a:extLst>
          </p:cNvPr>
          <p:cNvCxnSpPr>
            <a:cxnSpLocks/>
          </p:cNvCxnSpPr>
          <p:nvPr/>
        </p:nvCxnSpPr>
        <p:spPr>
          <a:xfrm>
            <a:off x="927672" y="541493"/>
            <a:ext cx="673597" cy="591179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CD92755-5B4A-762A-7C87-610A5BAD6BD1}"/>
                  </a:ext>
                </a:extLst>
              </p:cNvPr>
              <p:cNvSpPr txBox="1"/>
              <p:nvPr/>
            </p:nvSpPr>
            <p:spPr>
              <a:xfrm>
                <a:off x="765892" y="356827"/>
                <a:ext cx="118494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sz="1200" dirty="0"/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CD92755-5B4A-762A-7C87-610A5BAD6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92" y="356827"/>
                <a:ext cx="118494" cy="184666"/>
              </a:xfrm>
              <a:prstGeom prst="rect">
                <a:avLst/>
              </a:prstGeom>
              <a:blipFill>
                <a:blip r:embed="rId5"/>
                <a:stretch>
                  <a:fillRect l="-21053" r="-157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EFE653CB-C22A-B1DA-68FF-657F7CA2780D}"/>
                  </a:ext>
                </a:extLst>
              </p:cNvPr>
              <p:cNvSpPr txBox="1"/>
              <p:nvPr/>
            </p:nvSpPr>
            <p:spPr>
              <a:xfrm>
                <a:off x="1619030" y="1183474"/>
                <a:ext cx="33618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200" dirty="0"/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EFE653CB-C22A-B1DA-68FF-657F7CA27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030" y="1183474"/>
                <a:ext cx="336182" cy="184666"/>
              </a:xfrm>
              <a:prstGeom prst="rect">
                <a:avLst/>
              </a:prstGeom>
              <a:blipFill>
                <a:blip r:embed="rId6"/>
                <a:stretch>
                  <a:fillRect l="-16364" t="-3333" r="-16364" b="-4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BAF70709-778A-DC40-DCD5-E79D9C178EEB}"/>
                  </a:ext>
                </a:extLst>
              </p:cNvPr>
              <p:cNvSpPr txBox="1"/>
              <p:nvPr/>
            </p:nvSpPr>
            <p:spPr>
              <a:xfrm>
                <a:off x="398332" y="821498"/>
                <a:ext cx="111618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1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de-DE" sz="1100" dirty="0"/>
              </a:p>
            </p:txBody>
          </p:sp>
        </mc:Choice>
        <mc:Fallback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BAF70709-778A-DC40-DCD5-E79D9C178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32" y="821498"/>
                <a:ext cx="1116189" cy="261610"/>
              </a:xfrm>
              <a:prstGeom prst="rect">
                <a:avLst/>
              </a:prstGeom>
              <a:blipFill>
                <a:blip r:embed="rId7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859D7809-7CDA-7F39-C047-B65A1628F42C}"/>
              </a:ext>
            </a:extLst>
          </p:cNvPr>
          <p:cNvCxnSpPr>
            <a:cxnSpLocks/>
          </p:cNvCxnSpPr>
          <p:nvPr/>
        </p:nvCxnSpPr>
        <p:spPr>
          <a:xfrm>
            <a:off x="1901590" y="1399839"/>
            <a:ext cx="673597" cy="591179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35EB5BFC-D021-B7F6-887D-B53E3909A8F3}"/>
                  </a:ext>
                </a:extLst>
              </p:cNvPr>
              <p:cNvSpPr txBox="1"/>
              <p:nvPr/>
            </p:nvSpPr>
            <p:spPr>
              <a:xfrm>
                <a:off x="1343495" y="1673270"/>
                <a:ext cx="111618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1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de-DE" sz="1100" dirty="0"/>
              </a:p>
            </p:txBody>
          </p:sp>
        </mc:Choice>
        <mc:Fallback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35EB5BFC-D021-B7F6-887D-B53E3909A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495" y="1673270"/>
                <a:ext cx="1116189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7AFC01D-F26F-C653-0C82-DD8D900BCFD7}"/>
                  </a:ext>
                </a:extLst>
              </p:cNvPr>
              <p:cNvSpPr txBox="1"/>
              <p:nvPr/>
            </p:nvSpPr>
            <p:spPr>
              <a:xfrm>
                <a:off x="2515389" y="2001572"/>
                <a:ext cx="561116" cy="2084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de-D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e-DE" sz="1200" dirty="0"/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7AFC01D-F26F-C653-0C82-DD8D900BC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389" y="2001572"/>
                <a:ext cx="561116" cy="208455"/>
              </a:xfrm>
              <a:prstGeom prst="rect">
                <a:avLst/>
              </a:prstGeom>
              <a:blipFill>
                <a:blip r:embed="rId9"/>
                <a:stretch>
                  <a:fillRect l="-7609"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Bogen 29">
            <a:extLst>
              <a:ext uri="{FF2B5EF4-FFF2-40B4-BE49-F238E27FC236}">
                <a16:creationId xmlns:a16="http://schemas.microsoft.com/office/drawing/2014/main" id="{E9E14337-9DEB-CBFF-D647-0DB78B38E22D}"/>
              </a:ext>
            </a:extLst>
          </p:cNvPr>
          <p:cNvSpPr/>
          <p:nvPr/>
        </p:nvSpPr>
        <p:spPr>
          <a:xfrm>
            <a:off x="-886038" y="485736"/>
            <a:ext cx="3685822" cy="2684391"/>
          </a:xfrm>
          <a:prstGeom prst="arc">
            <a:avLst>
              <a:gd name="adj1" fmla="val 16200000"/>
              <a:gd name="adj2" fmla="val 239328"/>
            </a:avLst>
          </a:prstGeom>
          <a:ln w="31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6269BAE7-F830-A508-E35E-E3B787A6450A}"/>
                  </a:ext>
                </a:extLst>
              </p:cNvPr>
              <p:cNvSpPr txBox="1"/>
              <p:nvPr/>
            </p:nvSpPr>
            <p:spPr>
              <a:xfrm>
                <a:off x="1264470" y="512809"/>
                <a:ext cx="1868311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↦</m:t>
                      </m:r>
                      <m:d>
                        <m:dPr>
                          <m:ctrlPr>
                            <a:rPr lang="de-DE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de-DE" sz="11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100" dirty="0"/>
              </a:p>
            </p:txBody>
          </p:sp>
        </mc:Choice>
        <mc:Fallback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6269BAE7-F830-A508-E35E-E3B787A64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470" y="512809"/>
                <a:ext cx="1868311" cy="261610"/>
              </a:xfrm>
              <a:prstGeom prst="rect">
                <a:avLst/>
              </a:prstGeom>
              <a:blipFill>
                <a:blip r:embed="rId1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315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</Words>
  <Application>Microsoft Office PowerPoint</Application>
  <PresentationFormat>Benutzerdefiniert</PresentationFormat>
  <Paragraphs>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9</cp:revision>
  <dcterms:created xsi:type="dcterms:W3CDTF">2024-09-19T04:48:59Z</dcterms:created>
  <dcterms:modified xsi:type="dcterms:W3CDTF">2025-10-04T05:10:15Z</dcterms:modified>
</cp:coreProperties>
</file>